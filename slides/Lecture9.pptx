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2" r:id="rId1"/>
  </p:sldMasterIdLst>
  <p:notesMasterIdLst>
    <p:notesMasterId r:id="rId11"/>
  </p:notesMasterIdLst>
  <p:sldIdLst>
    <p:sldId id="256" r:id="rId2"/>
    <p:sldId id="459" r:id="rId3"/>
    <p:sldId id="460" r:id="rId4"/>
    <p:sldId id="461" r:id="rId5"/>
    <p:sldId id="335" r:id="rId6"/>
    <p:sldId id="448" r:id="rId7"/>
    <p:sldId id="449" r:id="rId8"/>
    <p:sldId id="464" r:id="rId9"/>
    <p:sldId id="463" r:id="rId10"/>
  </p:sldIdLst>
  <p:sldSz cx="9144000" cy="5143500" type="screen16x9"/>
  <p:notesSz cx="6858000" cy="9144000"/>
  <p:defaultTextStyle>
    <a:defPPr>
      <a:defRPr lang="en-US"/>
    </a:defPPr>
    <a:lvl1pPr algn="l" rtl="0" eaLnBrk="0" fontAlgn="base" hangingPunct="0">
      <a:spcBef>
        <a:spcPct val="0"/>
      </a:spcBef>
      <a:spcAft>
        <a:spcPct val="0"/>
      </a:spcAft>
      <a:defRPr sz="1800" b="1" kern="1200">
        <a:solidFill>
          <a:schemeClr val="tx1"/>
        </a:solidFill>
        <a:latin typeface="Arial" panose="020B0604020202020204" pitchFamily="34" charset="0"/>
        <a:ea typeface="ヒラギノ角ゴ Pro W3" pitchFamily="-48" charset="-128"/>
        <a:cs typeface="+mn-cs"/>
      </a:defRPr>
    </a:lvl1pPr>
    <a:lvl2pPr marL="342900" algn="l" rtl="0" eaLnBrk="0" fontAlgn="base" hangingPunct="0">
      <a:spcBef>
        <a:spcPct val="0"/>
      </a:spcBef>
      <a:spcAft>
        <a:spcPct val="0"/>
      </a:spcAft>
      <a:defRPr sz="1800" b="1" kern="1200">
        <a:solidFill>
          <a:schemeClr val="tx1"/>
        </a:solidFill>
        <a:latin typeface="Arial" panose="020B0604020202020204" pitchFamily="34" charset="0"/>
        <a:ea typeface="ヒラギノ角ゴ Pro W3" pitchFamily="-48" charset="-128"/>
        <a:cs typeface="+mn-cs"/>
      </a:defRPr>
    </a:lvl2pPr>
    <a:lvl3pPr marL="685800" algn="l" rtl="0" eaLnBrk="0" fontAlgn="base" hangingPunct="0">
      <a:spcBef>
        <a:spcPct val="0"/>
      </a:spcBef>
      <a:spcAft>
        <a:spcPct val="0"/>
      </a:spcAft>
      <a:defRPr sz="1800" b="1" kern="1200">
        <a:solidFill>
          <a:schemeClr val="tx1"/>
        </a:solidFill>
        <a:latin typeface="Arial" panose="020B0604020202020204" pitchFamily="34" charset="0"/>
        <a:ea typeface="ヒラギノ角ゴ Pro W3" pitchFamily="-48" charset="-128"/>
        <a:cs typeface="+mn-cs"/>
      </a:defRPr>
    </a:lvl3pPr>
    <a:lvl4pPr marL="1028700" algn="l" rtl="0" eaLnBrk="0" fontAlgn="base" hangingPunct="0">
      <a:spcBef>
        <a:spcPct val="0"/>
      </a:spcBef>
      <a:spcAft>
        <a:spcPct val="0"/>
      </a:spcAft>
      <a:defRPr sz="1800" b="1" kern="1200">
        <a:solidFill>
          <a:schemeClr val="tx1"/>
        </a:solidFill>
        <a:latin typeface="Arial" panose="020B0604020202020204" pitchFamily="34" charset="0"/>
        <a:ea typeface="ヒラギノ角ゴ Pro W3" pitchFamily="-48" charset="-128"/>
        <a:cs typeface="+mn-cs"/>
      </a:defRPr>
    </a:lvl4pPr>
    <a:lvl5pPr marL="1371600" algn="l" rtl="0" eaLnBrk="0" fontAlgn="base" hangingPunct="0">
      <a:spcBef>
        <a:spcPct val="0"/>
      </a:spcBef>
      <a:spcAft>
        <a:spcPct val="0"/>
      </a:spcAft>
      <a:defRPr sz="1800" b="1" kern="1200">
        <a:solidFill>
          <a:schemeClr val="tx1"/>
        </a:solidFill>
        <a:latin typeface="Arial" panose="020B0604020202020204" pitchFamily="34" charset="0"/>
        <a:ea typeface="ヒラギノ角ゴ Pro W3" pitchFamily="-48" charset="-128"/>
        <a:cs typeface="+mn-cs"/>
      </a:defRPr>
    </a:lvl5pPr>
    <a:lvl6pPr marL="1714500" algn="l" defTabSz="685800" rtl="0" eaLnBrk="1" latinLnBrk="0" hangingPunct="1">
      <a:defRPr sz="1800" b="1" kern="1200">
        <a:solidFill>
          <a:schemeClr val="tx1"/>
        </a:solidFill>
        <a:latin typeface="Arial" panose="020B0604020202020204" pitchFamily="34" charset="0"/>
        <a:ea typeface="ヒラギノ角ゴ Pro W3" pitchFamily="-48" charset="-128"/>
        <a:cs typeface="+mn-cs"/>
      </a:defRPr>
    </a:lvl6pPr>
    <a:lvl7pPr marL="2057400" algn="l" defTabSz="685800" rtl="0" eaLnBrk="1" latinLnBrk="0" hangingPunct="1">
      <a:defRPr sz="1800" b="1" kern="1200">
        <a:solidFill>
          <a:schemeClr val="tx1"/>
        </a:solidFill>
        <a:latin typeface="Arial" panose="020B0604020202020204" pitchFamily="34" charset="0"/>
        <a:ea typeface="ヒラギノ角ゴ Pro W3" pitchFamily="-48" charset="-128"/>
        <a:cs typeface="+mn-cs"/>
      </a:defRPr>
    </a:lvl7pPr>
    <a:lvl8pPr marL="2400300" algn="l" defTabSz="685800" rtl="0" eaLnBrk="1" latinLnBrk="0" hangingPunct="1">
      <a:defRPr sz="1800" b="1" kern="1200">
        <a:solidFill>
          <a:schemeClr val="tx1"/>
        </a:solidFill>
        <a:latin typeface="Arial" panose="020B0604020202020204" pitchFamily="34" charset="0"/>
        <a:ea typeface="ヒラギノ角ゴ Pro W3" pitchFamily="-48" charset="-128"/>
        <a:cs typeface="+mn-cs"/>
      </a:defRPr>
    </a:lvl8pPr>
    <a:lvl9pPr marL="2743200" algn="l" defTabSz="685800" rtl="0" eaLnBrk="1" latinLnBrk="0" hangingPunct="1">
      <a:defRPr sz="1800" b="1" kern="1200">
        <a:solidFill>
          <a:schemeClr val="tx1"/>
        </a:solidFill>
        <a:latin typeface="Arial" panose="020B0604020202020204" pitchFamily="34" charset="0"/>
        <a:ea typeface="ヒラギノ角ゴ Pro W3" pitchFamily="-48" charset="-128"/>
        <a:cs typeface="+mn-cs"/>
      </a:defRPr>
    </a:lvl9pPr>
  </p:defaultTextStyle>
  <p:extLst>
    <p:ext uri="{EFAFB233-063F-42B5-8137-9DF3F51BA10A}">
      <p15:sldGuideLst xmlns:p15="http://schemas.microsoft.com/office/powerpoint/2012/main">
        <p15:guide id="1" orient="horz" userDrawn="1">
          <p15:clr>
            <a:srgbClr val="A4A3A4"/>
          </p15:clr>
        </p15:guide>
        <p15:guide id="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040"/>
    <a:srgbClr val="000099"/>
    <a:srgbClr val="18A6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636" autoAdjust="0"/>
    <p:restoredTop sz="94660"/>
  </p:normalViewPr>
  <p:slideViewPr>
    <p:cSldViewPr>
      <p:cViewPr>
        <p:scale>
          <a:sx n="131" d="100"/>
          <a:sy n="131" d="100"/>
        </p:scale>
        <p:origin x="210" y="60"/>
      </p:cViewPr>
      <p:guideLst>
        <p:guide orient="horz"/>
        <p:guide/>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87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ti, Giulia" userId="ae793f63-b342-411f-bdc7-f371695c6665" providerId="ADAL" clId="{8995AA6D-7368-492E-8413-41E4B638ABB0}"/>
    <pc:docChg chg="custSel addSld delSld modSld sldOrd">
      <pc:chgData name="Toti, Giulia" userId="ae793f63-b342-411f-bdc7-f371695c6665" providerId="ADAL" clId="{8995AA6D-7368-492E-8413-41E4B638ABB0}" dt="2026-07-24T16:55:46.251" v="728" actId="47"/>
      <pc:docMkLst>
        <pc:docMk/>
      </pc:docMkLst>
      <pc:sldChg chg="modSp mod">
        <pc:chgData name="Toti, Giulia" userId="ae793f63-b342-411f-bdc7-f371695c6665" providerId="ADAL" clId="{8995AA6D-7368-492E-8413-41E4B638ABB0}" dt="2026-07-24T16:05:15.422" v="11" actId="20577"/>
        <pc:sldMkLst>
          <pc:docMk/>
          <pc:sldMk cId="3996834184" sldId="256"/>
        </pc:sldMkLst>
        <pc:spChg chg="mod">
          <ac:chgData name="Toti, Giulia" userId="ae793f63-b342-411f-bdc7-f371695c6665" providerId="ADAL" clId="{8995AA6D-7368-492E-8413-41E4B638ABB0}" dt="2026-07-24T16:05:15.422" v="11" actId="20577"/>
          <ac:spMkLst>
            <pc:docMk/>
            <pc:sldMk cId="3996834184" sldId="256"/>
            <ac:spMk id="4" creationId="{1B24D65D-86DE-C210-C84A-A642DE358AC3}"/>
          </ac:spMkLst>
        </pc:spChg>
      </pc:sldChg>
      <pc:sldChg chg="delSp modSp mod">
        <pc:chgData name="Toti, Giulia" userId="ae793f63-b342-411f-bdc7-f371695c6665" providerId="ADAL" clId="{8995AA6D-7368-492E-8413-41E4B638ABB0}" dt="2026-07-24T16:15:04.946" v="15" actId="20577"/>
        <pc:sldMkLst>
          <pc:docMk/>
          <pc:sldMk cId="715345373" sldId="335"/>
        </pc:sldMkLst>
        <pc:spChg chg="mod">
          <ac:chgData name="Toti, Giulia" userId="ae793f63-b342-411f-bdc7-f371695c6665" providerId="ADAL" clId="{8995AA6D-7368-492E-8413-41E4B638ABB0}" dt="2026-07-24T16:15:04.946" v="15" actId="20577"/>
          <ac:spMkLst>
            <pc:docMk/>
            <pc:sldMk cId="715345373" sldId="335"/>
            <ac:spMk id="3" creationId="{00000000-0000-0000-0000-000000000000}"/>
          </ac:spMkLst>
        </pc:spChg>
        <pc:spChg chg="del">
          <ac:chgData name="Toti, Giulia" userId="ae793f63-b342-411f-bdc7-f371695c6665" providerId="ADAL" clId="{8995AA6D-7368-492E-8413-41E4B638ABB0}" dt="2026-07-24T16:14:57.484" v="14" actId="478"/>
          <ac:spMkLst>
            <pc:docMk/>
            <pc:sldMk cId="715345373" sldId="335"/>
            <ac:spMk id="4" creationId="{00000000-0000-0000-0000-000000000000}"/>
          </ac:spMkLst>
        </pc:spChg>
        <pc:picChg chg="del">
          <ac:chgData name="Toti, Giulia" userId="ae793f63-b342-411f-bdc7-f371695c6665" providerId="ADAL" clId="{8995AA6D-7368-492E-8413-41E4B638ABB0}" dt="2026-07-24T16:14:51.378" v="12" actId="478"/>
          <ac:picMkLst>
            <pc:docMk/>
            <pc:sldMk cId="715345373" sldId="335"/>
            <ac:picMk id="5" creationId="{78C6BFBA-B0AF-4B87-BB7C-57DB56FA217F}"/>
          </ac:picMkLst>
        </pc:picChg>
        <pc:picChg chg="del">
          <ac:chgData name="Toti, Giulia" userId="ae793f63-b342-411f-bdc7-f371695c6665" providerId="ADAL" clId="{8995AA6D-7368-492E-8413-41E4B638ABB0}" dt="2026-07-24T16:14:53.336" v="13" actId="478"/>
          <ac:picMkLst>
            <pc:docMk/>
            <pc:sldMk cId="715345373" sldId="335"/>
            <ac:picMk id="6" creationId="{8E253DB7-675C-4F3B-9D63-32CB7F36AF57}"/>
          </ac:picMkLst>
        </pc:picChg>
      </pc:sldChg>
      <pc:sldChg chg="modSp mod ord">
        <pc:chgData name="Toti, Giulia" userId="ae793f63-b342-411f-bdc7-f371695c6665" providerId="ADAL" clId="{8995AA6D-7368-492E-8413-41E4B638ABB0}" dt="2026-07-24T16:38:21.464" v="260" actId="20577"/>
        <pc:sldMkLst>
          <pc:docMk/>
          <pc:sldMk cId="0" sldId="449"/>
        </pc:sldMkLst>
        <pc:spChg chg="mod">
          <ac:chgData name="Toti, Giulia" userId="ae793f63-b342-411f-bdc7-f371695c6665" providerId="ADAL" clId="{8995AA6D-7368-492E-8413-41E4B638ABB0}" dt="2026-07-24T16:38:21.464" v="260" actId="20577"/>
          <ac:spMkLst>
            <pc:docMk/>
            <pc:sldMk cId="0" sldId="449"/>
            <ac:spMk id="3" creationId="{D8B029A0-2BC5-4D5A-81B6-0401A1075203}"/>
          </ac:spMkLst>
        </pc:spChg>
      </pc:sldChg>
      <pc:sldChg chg="del">
        <pc:chgData name="Toti, Giulia" userId="ae793f63-b342-411f-bdc7-f371695c6665" providerId="ADAL" clId="{8995AA6D-7368-492E-8413-41E4B638ABB0}" dt="2026-07-24T16:24:06.271" v="17" actId="47"/>
        <pc:sldMkLst>
          <pc:docMk/>
          <pc:sldMk cId="0" sldId="450"/>
        </pc:sldMkLst>
      </pc:sldChg>
      <pc:sldChg chg="del">
        <pc:chgData name="Toti, Giulia" userId="ae793f63-b342-411f-bdc7-f371695c6665" providerId="ADAL" clId="{8995AA6D-7368-492E-8413-41E4B638ABB0}" dt="2026-07-24T16:24:06.271" v="17" actId="47"/>
        <pc:sldMkLst>
          <pc:docMk/>
          <pc:sldMk cId="0" sldId="451"/>
        </pc:sldMkLst>
      </pc:sldChg>
      <pc:sldChg chg="del">
        <pc:chgData name="Toti, Giulia" userId="ae793f63-b342-411f-bdc7-f371695c6665" providerId="ADAL" clId="{8995AA6D-7368-492E-8413-41E4B638ABB0}" dt="2026-07-24T16:23:55.938" v="16" actId="47"/>
        <pc:sldMkLst>
          <pc:docMk/>
          <pc:sldMk cId="0" sldId="455"/>
        </pc:sldMkLst>
      </pc:sldChg>
      <pc:sldChg chg="del">
        <pc:chgData name="Toti, Giulia" userId="ae793f63-b342-411f-bdc7-f371695c6665" providerId="ADAL" clId="{8995AA6D-7368-492E-8413-41E4B638ABB0}" dt="2026-07-24T16:23:55.938" v="16" actId="47"/>
        <pc:sldMkLst>
          <pc:docMk/>
          <pc:sldMk cId="0" sldId="456"/>
        </pc:sldMkLst>
      </pc:sldChg>
      <pc:sldChg chg="del">
        <pc:chgData name="Toti, Giulia" userId="ae793f63-b342-411f-bdc7-f371695c6665" providerId="ADAL" clId="{8995AA6D-7368-492E-8413-41E4B638ABB0}" dt="2026-07-24T16:23:55.938" v="16" actId="47"/>
        <pc:sldMkLst>
          <pc:docMk/>
          <pc:sldMk cId="0" sldId="457"/>
        </pc:sldMkLst>
      </pc:sldChg>
      <pc:sldChg chg="del">
        <pc:chgData name="Toti, Giulia" userId="ae793f63-b342-411f-bdc7-f371695c6665" providerId="ADAL" clId="{8995AA6D-7368-492E-8413-41E4B638ABB0}" dt="2026-07-24T16:55:46.251" v="728" actId="47"/>
        <pc:sldMkLst>
          <pc:docMk/>
          <pc:sldMk cId="2563451008" sldId="462"/>
        </pc:sldMkLst>
      </pc:sldChg>
      <pc:sldChg chg="modSp new mod">
        <pc:chgData name="Toti, Giulia" userId="ae793f63-b342-411f-bdc7-f371695c6665" providerId="ADAL" clId="{8995AA6D-7368-492E-8413-41E4B638ABB0}" dt="2026-07-24T16:54:46.272" v="727" actId="114"/>
        <pc:sldMkLst>
          <pc:docMk/>
          <pc:sldMk cId="275823241" sldId="463"/>
        </pc:sldMkLst>
        <pc:spChg chg="mod">
          <ac:chgData name="Toti, Giulia" userId="ae793f63-b342-411f-bdc7-f371695c6665" providerId="ADAL" clId="{8995AA6D-7368-492E-8413-41E4B638ABB0}" dt="2026-07-24T16:50:53.127" v="473" actId="20577"/>
          <ac:spMkLst>
            <pc:docMk/>
            <pc:sldMk cId="275823241" sldId="463"/>
            <ac:spMk id="2" creationId="{6F289290-42F5-43D1-847E-A557799B9CFD}"/>
          </ac:spMkLst>
        </pc:spChg>
        <pc:spChg chg="mod">
          <ac:chgData name="Toti, Giulia" userId="ae793f63-b342-411f-bdc7-f371695c6665" providerId="ADAL" clId="{8995AA6D-7368-492E-8413-41E4B638ABB0}" dt="2026-07-24T16:54:46.272" v="727" actId="114"/>
          <ac:spMkLst>
            <pc:docMk/>
            <pc:sldMk cId="275823241" sldId="463"/>
            <ac:spMk id="3" creationId="{C624353D-4D16-415C-9F93-4470F49AFD39}"/>
          </ac:spMkLst>
        </pc:spChg>
      </pc:sldChg>
      <pc:sldChg chg="modSp add mod">
        <pc:chgData name="Toti, Giulia" userId="ae793f63-b342-411f-bdc7-f371695c6665" providerId="ADAL" clId="{8995AA6D-7368-492E-8413-41E4B638ABB0}" dt="2026-07-24T16:43:46.134" v="454" actId="404"/>
        <pc:sldMkLst>
          <pc:docMk/>
          <pc:sldMk cId="3559008078" sldId="464"/>
        </pc:sldMkLst>
        <pc:spChg chg="mod">
          <ac:chgData name="Toti, Giulia" userId="ae793f63-b342-411f-bdc7-f371695c6665" providerId="ADAL" clId="{8995AA6D-7368-492E-8413-41E4B638ABB0}" dt="2026-07-24T16:43:46.134" v="454" actId="404"/>
          <ac:spMkLst>
            <pc:docMk/>
            <pc:sldMk cId="3559008078" sldId="464"/>
            <ac:spMk id="3" creationId="{D8B029A0-2BC5-4D5A-81B6-0401A107520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0AF732CE-8945-46D9-8A11-9304867BC4CC}"/>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0" hangingPunct="0">
              <a:defRPr sz="1200" b="0">
                <a:latin typeface="Times" pitchFamily="-48" charset="0"/>
              </a:defRPr>
            </a:lvl1pPr>
          </a:lstStyle>
          <a:p>
            <a:pPr>
              <a:defRPr/>
            </a:pPr>
            <a:endParaRPr lang="en-US"/>
          </a:p>
        </p:txBody>
      </p:sp>
      <p:sp>
        <p:nvSpPr>
          <p:cNvPr id="91139" name="Rectangle 3">
            <a:extLst>
              <a:ext uri="{FF2B5EF4-FFF2-40B4-BE49-F238E27FC236}">
                <a16:creationId xmlns:a16="http://schemas.microsoft.com/office/drawing/2014/main" id="{5BAE9BE6-5311-4A3F-BBF6-B6EB31067998}"/>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b="0">
                <a:latin typeface="Times" pitchFamily="-48" charset="0"/>
              </a:defRPr>
            </a:lvl1pPr>
          </a:lstStyle>
          <a:p>
            <a:pPr>
              <a:defRPr/>
            </a:pPr>
            <a:endParaRPr lang="en-US"/>
          </a:p>
        </p:txBody>
      </p:sp>
      <p:sp>
        <p:nvSpPr>
          <p:cNvPr id="12292" name="Rectangle 4">
            <a:extLst>
              <a:ext uri="{FF2B5EF4-FFF2-40B4-BE49-F238E27FC236}">
                <a16:creationId xmlns:a16="http://schemas.microsoft.com/office/drawing/2014/main" id="{EF4B5C3E-F9C2-4FFF-AA09-48EE26B8AEA8}"/>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41" name="Rectangle 5">
            <a:extLst>
              <a:ext uri="{FF2B5EF4-FFF2-40B4-BE49-F238E27FC236}">
                <a16:creationId xmlns:a16="http://schemas.microsoft.com/office/drawing/2014/main" id="{F0939F25-F830-43E1-B251-47A7A4F93985}"/>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1142" name="Rectangle 6">
            <a:extLst>
              <a:ext uri="{FF2B5EF4-FFF2-40B4-BE49-F238E27FC236}">
                <a16:creationId xmlns:a16="http://schemas.microsoft.com/office/drawing/2014/main" id="{0E4E6748-38D8-40E0-BC32-0672B464FEE7}"/>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0" hangingPunct="0">
              <a:defRPr sz="1200" b="0">
                <a:latin typeface="Times" pitchFamily="-48" charset="0"/>
              </a:defRPr>
            </a:lvl1pPr>
          </a:lstStyle>
          <a:p>
            <a:pPr>
              <a:defRPr/>
            </a:pPr>
            <a:endParaRPr lang="en-US"/>
          </a:p>
        </p:txBody>
      </p:sp>
      <p:sp>
        <p:nvSpPr>
          <p:cNvPr id="91143" name="Rectangle 7">
            <a:extLst>
              <a:ext uri="{FF2B5EF4-FFF2-40B4-BE49-F238E27FC236}">
                <a16:creationId xmlns:a16="http://schemas.microsoft.com/office/drawing/2014/main" id="{109097C7-582F-4742-9F1E-500779D4B27D}"/>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b="0">
                <a:latin typeface="Times" panose="02020603050405020304" pitchFamily="18" charset="0"/>
              </a:defRPr>
            </a:lvl1pPr>
          </a:lstStyle>
          <a:p>
            <a:pPr>
              <a:defRPr/>
            </a:pPr>
            <a:fld id="{6E02A8D8-4F9F-4AC0-A758-067784CF67FB}"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900" kern="1200">
        <a:solidFill>
          <a:schemeClr val="tx1"/>
        </a:solidFill>
        <a:latin typeface="Times" pitchFamily="-48" charset="0"/>
        <a:ea typeface="+mn-ea"/>
        <a:cs typeface="+mn-cs"/>
      </a:defRPr>
    </a:lvl1pPr>
    <a:lvl2pPr marL="342900" algn="l" rtl="0" eaLnBrk="0" fontAlgn="base" hangingPunct="0">
      <a:spcBef>
        <a:spcPct val="30000"/>
      </a:spcBef>
      <a:spcAft>
        <a:spcPct val="0"/>
      </a:spcAft>
      <a:defRPr sz="900" kern="1200">
        <a:solidFill>
          <a:schemeClr val="tx1"/>
        </a:solidFill>
        <a:latin typeface="Times" pitchFamily="-48" charset="0"/>
        <a:ea typeface="+mn-ea"/>
        <a:cs typeface="+mn-cs"/>
      </a:defRPr>
    </a:lvl2pPr>
    <a:lvl3pPr marL="685800" algn="l" rtl="0" eaLnBrk="0" fontAlgn="base" hangingPunct="0">
      <a:spcBef>
        <a:spcPct val="30000"/>
      </a:spcBef>
      <a:spcAft>
        <a:spcPct val="0"/>
      </a:spcAft>
      <a:defRPr sz="900" kern="1200">
        <a:solidFill>
          <a:schemeClr val="tx1"/>
        </a:solidFill>
        <a:latin typeface="Times" pitchFamily="-48" charset="0"/>
        <a:ea typeface="+mn-ea"/>
        <a:cs typeface="+mn-cs"/>
      </a:defRPr>
    </a:lvl3pPr>
    <a:lvl4pPr marL="1028700" algn="l" rtl="0" eaLnBrk="0" fontAlgn="base" hangingPunct="0">
      <a:spcBef>
        <a:spcPct val="30000"/>
      </a:spcBef>
      <a:spcAft>
        <a:spcPct val="0"/>
      </a:spcAft>
      <a:defRPr sz="900" kern="1200">
        <a:solidFill>
          <a:schemeClr val="tx1"/>
        </a:solidFill>
        <a:latin typeface="Times" pitchFamily="-48" charset="0"/>
        <a:ea typeface="+mn-ea"/>
        <a:cs typeface="+mn-cs"/>
      </a:defRPr>
    </a:lvl4pPr>
    <a:lvl5pPr marL="1371600" algn="l" rtl="0" eaLnBrk="0" fontAlgn="base" hangingPunct="0">
      <a:spcBef>
        <a:spcPct val="30000"/>
      </a:spcBef>
      <a:spcAft>
        <a:spcPct val="0"/>
      </a:spcAft>
      <a:defRPr sz="900" kern="1200">
        <a:solidFill>
          <a:schemeClr val="tx1"/>
        </a:solidFill>
        <a:latin typeface="Times" pitchFamily="-48" charset="0"/>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78185" name="Rectangle 9"/>
          <p:cNvSpPr>
            <a:spLocks noGrp="1" noChangeArrowheads="1"/>
          </p:cNvSpPr>
          <p:nvPr>
            <p:ph type="ctrTitle" sz="quarter"/>
          </p:nvPr>
        </p:nvSpPr>
        <p:spPr>
          <a:xfrm>
            <a:off x="457200" y="133350"/>
            <a:ext cx="7924800" cy="609600"/>
          </a:xfrm>
        </p:spPr>
        <p:txBody>
          <a:bodyPr wrap="none" anchor="ctr"/>
          <a:lstStyle>
            <a:lvl1pPr algn="l">
              <a:defRPr sz="3000">
                <a:latin typeface="+mj-lt"/>
                <a:cs typeface="Calibri" pitchFamily="34" charset="0"/>
              </a:defRPr>
            </a:lvl1pPr>
          </a:lstStyle>
          <a:p>
            <a:endParaRPr lang="en-US" dirty="0"/>
          </a:p>
        </p:txBody>
      </p:sp>
    </p:spTree>
    <p:extLst>
      <p:ext uri="{BB962C8B-B14F-4D97-AF65-F5344CB8AC3E}">
        <p14:creationId xmlns:p14="http://schemas.microsoft.com/office/powerpoint/2010/main" val="286118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000"/>
            </a:lvl1pPr>
          </a:lstStyle>
          <a:p>
            <a:r>
              <a:rPr lang="en-US" dirty="0"/>
              <a:t>Click to edit Master title style</a:t>
            </a:r>
          </a:p>
        </p:txBody>
      </p:sp>
      <p:sp>
        <p:nvSpPr>
          <p:cNvPr id="3" name="Content Placeholder 2"/>
          <p:cNvSpPr>
            <a:spLocks noGrp="1"/>
          </p:cNvSpPr>
          <p:nvPr>
            <p:ph idx="1"/>
          </p:nvPr>
        </p:nvSpPr>
        <p:spPr>
          <a:xfrm>
            <a:off x="457200" y="971550"/>
            <a:ext cx="8305800" cy="40005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37861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Slide Number Placeholder 3">
            <a:extLst>
              <a:ext uri="{FF2B5EF4-FFF2-40B4-BE49-F238E27FC236}">
                <a16:creationId xmlns:a16="http://schemas.microsoft.com/office/drawing/2014/main" id="{86DAFE51-662F-413B-8050-EE165F49CE88}"/>
              </a:ext>
            </a:extLst>
          </p:cNvPr>
          <p:cNvSpPr>
            <a:spLocks noGrp="1" noChangeArrowheads="1"/>
          </p:cNvSpPr>
          <p:nvPr>
            <p:ph type="sldNum" sz="quarter" idx="10"/>
          </p:nvPr>
        </p:nvSpPr>
        <p:spPr>
          <a:xfrm>
            <a:off x="7162800" y="4798219"/>
            <a:ext cx="1905000" cy="3429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vl1pPr>
          </a:lstStyle>
          <a:p>
            <a:pPr>
              <a:defRPr/>
            </a:pPr>
            <a:r>
              <a:rPr lang="en-US" altLang="en-US"/>
              <a:t>1-</a:t>
            </a:r>
            <a:fld id="{7BE712BE-252B-4A36-8314-13BB9F802821}" type="slidenum">
              <a:rPr lang="en-US" altLang="en-US"/>
              <a:pPr>
                <a:defRPr/>
              </a:pPr>
              <a:t>‹#›</a:t>
            </a:fld>
            <a:endParaRPr lang="en-US" altLang="en-US"/>
          </a:p>
        </p:txBody>
      </p:sp>
    </p:spTree>
    <p:extLst>
      <p:ext uri="{BB962C8B-B14F-4D97-AF65-F5344CB8AC3E}">
        <p14:creationId xmlns:p14="http://schemas.microsoft.com/office/powerpoint/2010/main" val="1646024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76700" cy="30861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86300" y="1200150"/>
            <a:ext cx="4076700" cy="30861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1BF6F164-C76B-4210-B95F-57DC1EFC2465}"/>
              </a:ext>
            </a:extLst>
          </p:cNvPr>
          <p:cNvSpPr>
            <a:spLocks noGrp="1" noChangeArrowheads="1"/>
          </p:cNvSpPr>
          <p:nvPr>
            <p:ph type="sldNum" sz="quarter" idx="10"/>
          </p:nvPr>
        </p:nvSpPr>
        <p:spPr>
          <a:xfrm>
            <a:off x="7162800" y="4798219"/>
            <a:ext cx="1905000" cy="3429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vl1pPr>
          </a:lstStyle>
          <a:p>
            <a:pPr>
              <a:defRPr/>
            </a:pPr>
            <a:r>
              <a:rPr lang="en-US" altLang="en-US"/>
              <a:t>1-</a:t>
            </a:r>
            <a:fld id="{28AD637D-460E-4A1B-93E0-BAC2C99AC2F9}" type="slidenum">
              <a:rPr lang="en-US" altLang="en-US"/>
              <a:pPr>
                <a:defRPr/>
              </a:pPr>
              <a:t>‹#›</a:t>
            </a:fld>
            <a:endParaRPr lang="en-US" altLang="en-US"/>
          </a:p>
        </p:txBody>
      </p:sp>
    </p:spTree>
    <p:extLst>
      <p:ext uri="{BB962C8B-B14F-4D97-AF65-F5344CB8AC3E}">
        <p14:creationId xmlns:p14="http://schemas.microsoft.com/office/powerpoint/2010/main" val="2364211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FB7219BA-CDFF-4306-81E0-B4949BD12E9D}"/>
              </a:ext>
            </a:extLst>
          </p:cNvPr>
          <p:cNvSpPr>
            <a:spLocks noGrp="1" noChangeArrowheads="1"/>
          </p:cNvSpPr>
          <p:nvPr>
            <p:ph type="sldNum" sz="quarter" idx="10"/>
          </p:nvPr>
        </p:nvSpPr>
        <p:spPr>
          <a:xfrm>
            <a:off x="7162800" y="4798219"/>
            <a:ext cx="1905000" cy="3429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vl1pPr>
          </a:lstStyle>
          <a:p>
            <a:pPr>
              <a:defRPr/>
            </a:pPr>
            <a:r>
              <a:rPr lang="en-US" altLang="en-US"/>
              <a:t>1-</a:t>
            </a:r>
            <a:fld id="{A790DC3D-879E-4DDB-A5DA-B28523309460}" type="slidenum">
              <a:rPr lang="en-US" altLang="en-US"/>
              <a:pPr>
                <a:defRPr/>
              </a:pPr>
              <a:t>‹#›</a:t>
            </a:fld>
            <a:endParaRPr lang="en-US" altLang="en-US"/>
          </a:p>
        </p:txBody>
      </p:sp>
    </p:spTree>
    <p:extLst>
      <p:ext uri="{BB962C8B-B14F-4D97-AF65-F5344CB8AC3E}">
        <p14:creationId xmlns:p14="http://schemas.microsoft.com/office/powerpoint/2010/main" val="813061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828E8DAD-C0B8-4A3F-A6F5-B6533461FC7D}"/>
              </a:ext>
            </a:extLst>
          </p:cNvPr>
          <p:cNvSpPr>
            <a:spLocks noGrp="1" noChangeArrowheads="1"/>
          </p:cNvSpPr>
          <p:nvPr>
            <p:ph type="sldNum" sz="quarter" idx="10"/>
          </p:nvPr>
        </p:nvSpPr>
        <p:spPr>
          <a:xfrm>
            <a:off x="7162800" y="4798219"/>
            <a:ext cx="1905000" cy="3429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vl1pPr>
          </a:lstStyle>
          <a:p>
            <a:pPr>
              <a:defRPr/>
            </a:pPr>
            <a:r>
              <a:rPr lang="en-US" altLang="en-US"/>
              <a:t>1-</a:t>
            </a:r>
            <a:fld id="{3780C8C1-F5E9-4375-A3CD-DD02CEC2D98D}" type="slidenum">
              <a:rPr lang="en-US" altLang="en-US"/>
              <a:pPr>
                <a:defRPr/>
              </a:pPr>
              <a:t>‹#›</a:t>
            </a:fld>
            <a:endParaRPr lang="en-US" altLang="en-US"/>
          </a:p>
        </p:txBody>
      </p:sp>
    </p:spTree>
    <p:extLst>
      <p:ext uri="{BB962C8B-B14F-4D97-AF65-F5344CB8AC3E}">
        <p14:creationId xmlns:p14="http://schemas.microsoft.com/office/powerpoint/2010/main" val="3094054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67AD3D-65E9-49DB-A56F-89666118413C}"/>
              </a:ext>
            </a:extLst>
          </p:cNvPr>
          <p:cNvSpPr>
            <a:spLocks noGrp="1" noChangeArrowheads="1"/>
          </p:cNvSpPr>
          <p:nvPr>
            <p:ph type="sldNum" sz="quarter" idx="10"/>
          </p:nvPr>
        </p:nvSpPr>
        <p:spPr>
          <a:xfrm>
            <a:off x="7162800" y="4798219"/>
            <a:ext cx="1905000" cy="3429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vl1pPr>
          </a:lstStyle>
          <a:p>
            <a:pPr>
              <a:defRPr/>
            </a:pPr>
            <a:r>
              <a:rPr lang="en-US" altLang="en-US"/>
              <a:t>1-</a:t>
            </a:r>
            <a:fld id="{E5508378-E81F-499B-9449-6B789BAD49A6}" type="slidenum">
              <a:rPr lang="en-US" altLang="en-US"/>
              <a:pPr>
                <a:defRPr/>
              </a:pPr>
              <a:t>‹#›</a:t>
            </a:fld>
            <a:endParaRPr lang="en-US" altLang="en-US"/>
          </a:p>
        </p:txBody>
      </p:sp>
    </p:spTree>
    <p:extLst>
      <p:ext uri="{BB962C8B-B14F-4D97-AF65-F5344CB8AC3E}">
        <p14:creationId xmlns:p14="http://schemas.microsoft.com/office/powerpoint/2010/main" val="3435252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Slide Number Placeholder 4">
            <a:extLst>
              <a:ext uri="{FF2B5EF4-FFF2-40B4-BE49-F238E27FC236}">
                <a16:creationId xmlns:a16="http://schemas.microsoft.com/office/drawing/2014/main" id="{8531F27D-41B3-4137-B7C0-B269561D1FAB}"/>
              </a:ext>
            </a:extLst>
          </p:cNvPr>
          <p:cNvSpPr>
            <a:spLocks noGrp="1" noChangeArrowheads="1"/>
          </p:cNvSpPr>
          <p:nvPr>
            <p:ph type="sldNum" sz="quarter" idx="10"/>
          </p:nvPr>
        </p:nvSpPr>
        <p:spPr>
          <a:xfrm>
            <a:off x="7162800" y="4798219"/>
            <a:ext cx="1905000" cy="3429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vl1pPr>
          </a:lstStyle>
          <a:p>
            <a:pPr>
              <a:defRPr/>
            </a:pPr>
            <a:r>
              <a:rPr lang="en-US" altLang="en-US"/>
              <a:t>1-</a:t>
            </a:r>
            <a:fld id="{445AABFC-277D-40FB-8B7F-EBC5ABAEF6D9}" type="slidenum">
              <a:rPr lang="en-US" altLang="en-US"/>
              <a:pPr>
                <a:defRPr/>
              </a:pPr>
              <a:t>‹#›</a:t>
            </a:fld>
            <a:endParaRPr lang="en-US" altLang="en-US"/>
          </a:p>
        </p:txBody>
      </p:sp>
    </p:spTree>
    <p:extLst>
      <p:ext uri="{BB962C8B-B14F-4D97-AF65-F5344CB8AC3E}">
        <p14:creationId xmlns:p14="http://schemas.microsoft.com/office/powerpoint/2010/main" val="1401786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Slide Number Placeholder 4">
            <a:extLst>
              <a:ext uri="{FF2B5EF4-FFF2-40B4-BE49-F238E27FC236}">
                <a16:creationId xmlns:a16="http://schemas.microsoft.com/office/drawing/2014/main" id="{71F83BD8-84A5-407F-903C-21273C087B38}"/>
              </a:ext>
            </a:extLst>
          </p:cNvPr>
          <p:cNvSpPr>
            <a:spLocks noGrp="1" noChangeArrowheads="1"/>
          </p:cNvSpPr>
          <p:nvPr>
            <p:ph type="sldNum" sz="quarter" idx="10"/>
          </p:nvPr>
        </p:nvSpPr>
        <p:spPr>
          <a:xfrm>
            <a:off x="7162800" y="4798219"/>
            <a:ext cx="1905000" cy="3429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vl1pPr>
          </a:lstStyle>
          <a:p>
            <a:pPr>
              <a:defRPr/>
            </a:pPr>
            <a:r>
              <a:rPr lang="en-US" altLang="en-US"/>
              <a:t>1-</a:t>
            </a:r>
            <a:fld id="{B56EF2DB-C4B2-4BBB-8F24-7A2F36932C3B}" type="slidenum">
              <a:rPr lang="en-US" altLang="en-US"/>
              <a:pPr>
                <a:defRPr/>
              </a:pPr>
              <a:t>‹#›</a:t>
            </a:fld>
            <a:endParaRPr lang="en-US" altLang="en-US"/>
          </a:p>
        </p:txBody>
      </p:sp>
    </p:spTree>
    <p:extLst>
      <p:ext uri="{BB962C8B-B14F-4D97-AF65-F5344CB8AC3E}">
        <p14:creationId xmlns:p14="http://schemas.microsoft.com/office/powerpoint/2010/main" val="3884405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990CC62A-2AFF-4846-917E-A3D4427A7776}"/>
              </a:ext>
            </a:extLst>
          </p:cNvPr>
          <p:cNvSpPr>
            <a:spLocks noGrp="1" noChangeArrowheads="1"/>
          </p:cNvSpPr>
          <p:nvPr>
            <p:ph type="sldNum" sz="quarter" idx="10"/>
          </p:nvPr>
        </p:nvSpPr>
        <p:spPr>
          <a:xfrm>
            <a:off x="7162800" y="4798219"/>
            <a:ext cx="1905000" cy="3429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vl1pPr>
          </a:lstStyle>
          <a:p>
            <a:pPr>
              <a:defRPr/>
            </a:pPr>
            <a:r>
              <a:rPr lang="en-US" altLang="en-US"/>
              <a:t>1-</a:t>
            </a:r>
            <a:fld id="{AB7D533E-71B8-4EE4-8C2D-A544052DE5B5}" type="slidenum">
              <a:rPr lang="en-US" altLang="en-US"/>
              <a:pPr>
                <a:defRPr/>
              </a:pPr>
              <a:t>‹#›</a:t>
            </a:fld>
            <a:endParaRPr lang="en-US" altLang="en-US"/>
          </a:p>
        </p:txBody>
      </p:sp>
    </p:spTree>
    <p:extLst>
      <p:ext uri="{BB962C8B-B14F-4D97-AF65-F5344CB8AC3E}">
        <p14:creationId xmlns:p14="http://schemas.microsoft.com/office/powerpoint/2010/main" val="2007377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57150"/>
            <a:ext cx="2076450" cy="42291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57150"/>
            <a:ext cx="6076950" cy="42291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916A9F7D-2384-4DBA-9030-72E8C4BCA337}"/>
              </a:ext>
            </a:extLst>
          </p:cNvPr>
          <p:cNvSpPr>
            <a:spLocks noGrp="1" noChangeArrowheads="1"/>
          </p:cNvSpPr>
          <p:nvPr>
            <p:ph type="sldNum" sz="quarter" idx="10"/>
          </p:nvPr>
        </p:nvSpPr>
        <p:spPr>
          <a:xfrm>
            <a:off x="7162800" y="4798219"/>
            <a:ext cx="1905000" cy="3429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vl1pPr>
          </a:lstStyle>
          <a:p>
            <a:pPr>
              <a:defRPr/>
            </a:pPr>
            <a:r>
              <a:rPr lang="en-US" altLang="en-US"/>
              <a:t>1-</a:t>
            </a:r>
            <a:fld id="{C25C629F-D08A-4CE6-AE38-89AC38307FE9}" type="slidenum">
              <a:rPr lang="en-US" altLang="en-US"/>
              <a:pPr>
                <a:defRPr/>
              </a:pPr>
              <a:t>‹#›</a:t>
            </a:fld>
            <a:endParaRPr lang="en-US" altLang="en-US"/>
          </a:p>
        </p:txBody>
      </p:sp>
    </p:spTree>
    <p:extLst>
      <p:ext uri="{BB962C8B-B14F-4D97-AF65-F5344CB8AC3E}">
        <p14:creationId xmlns:p14="http://schemas.microsoft.com/office/powerpoint/2010/main" val="4631648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327CD-BEC3-4B77-A4FC-1291A0E9BA35}"/>
              </a:ext>
            </a:extLst>
          </p:cNvPr>
          <p:cNvSpPr>
            <a:spLocks noGrp="1"/>
          </p:cNvSpPr>
          <p:nvPr>
            <p:ph type="ctrTitle"/>
          </p:nvPr>
        </p:nvSpPr>
        <p:spPr>
          <a:xfrm>
            <a:off x="1143000" y="841375"/>
            <a:ext cx="6858000" cy="1790700"/>
          </a:xfrm>
        </p:spPr>
        <p:txBody>
          <a:bodyPr anchor="b">
            <a:normAutofit/>
          </a:bodyPr>
          <a:lstStyle>
            <a:lvl1pPr algn="ctr">
              <a:defRPr sz="4000"/>
            </a:lvl1pPr>
          </a:lstStyle>
          <a:p>
            <a:r>
              <a:rPr lang="en-US" dirty="0"/>
              <a:t>Click to edit Master title style</a:t>
            </a:r>
          </a:p>
        </p:txBody>
      </p:sp>
      <p:sp>
        <p:nvSpPr>
          <p:cNvPr id="3" name="Subtitle 2">
            <a:extLst>
              <a:ext uri="{FF2B5EF4-FFF2-40B4-BE49-F238E27FC236}">
                <a16:creationId xmlns:a16="http://schemas.microsoft.com/office/drawing/2014/main" id="{E0B922CE-0E51-4C0B-BD7F-4661EF9D5B3C}"/>
              </a:ext>
            </a:extLst>
          </p:cNvPr>
          <p:cNvSpPr>
            <a:spLocks noGrp="1"/>
          </p:cNvSpPr>
          <p:nvPr>
            <p:ph type="subTitle" idx="1"/>
          </p:nvPr>
        </p:nvSpPr>
        <p:spPr>
          <a:xfrm>
            <a:off x="1143000" y="2701926"/>
            <a:ext cx="6858000" cy="1241425"/>
          </a:xfrm>
        </p:spPr>
        <p:txBody>
          <a:bodyPr/>
          <a:lstStyle>
            <a:lvl1pPr marL="0" indent="0" algn="ctr">
              <a:buNone/>
              <a:defRPr sz="2400"/>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Tree>
    <p:extLst>
      <p:ext uri="{BB962C8B-B14F-4D97-AF65-F5344CB8AC3E}">
        <p14:creationId xmlns:p14="http://schemas.microsoft.com/office/powerpoint/2010/main" val="744451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3">
            <a:extLst>
              <a:ext uri="{FF2B5EF4-FFF2-40B4-BE49-F238E27FC236}">
                <a16:creationId xmlns:a16="http://schemas.microsoft.com/office/drawing/2014/main" id="{B1C14AAB-7F7D-4892-85A3-6275F0F0B38F}"/>
              </a:ext>
            </a:extLst>
          </p:cNvPr>
          <p:cNvSpPr>
            <a:spLocks noGrp="1" noChangeArrowheads="1"/>
          </p:cNvSpPr>
          <p:nvPr>
            <p:ph type="title"/>
          </p:nvPr>
        </p:nvSpPr>
        <p:spPr bwMode="auto">
          <a:xfrm>
            <a:off x="457200" y="133350"/>
            <a:ext cx="8305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
        <p:nvSpPr>
          <p:cNvPr id="1028" name="Rectangle 4">
            <a:extLst>
              <a:ext uri="{FF2B5EF4-FFF2-40B4-BE49-F238E27FC236}">
                <a16:creationId xmlns:a16="http://schemas.microsoft.com/office/drawing/2014/main" id="{A9C1E6EE-E402-4A4F-8DC6-74F4E674EEF1}"/>
              </a:ext>
            </a:extLst>
          </p:cNvPr>
          <p:cNvSpPr>
            <a:spLocks noGrp="1" noChangeArrowheads="1"/>
          </p:cNvSpPr>
          <p:nvPr>
            <p:ph type="body" idx="1"/>
          </p:nvPr>
        </p:nvSpPr>
        <p:spPr bwMode="auto">
          <a:xfrm>
            <a:off x="457200" y="971550"/>
            <a:ext cx="8305800"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Tree>
  </p:cSld>
  <p:clrMap bg1="lt1" tx1="dk1" bg2="lt2" tx2="dk2" accent1="accent1" accent2="accent2" accent3="accent3" accent4="accent4" accent5="accent5" accent6="accent6" hlink="hlink" folHlink="folHlink"/>
  <p:sldLayoutIdLst>
    <p:sldLayoutId id="2147484257" r:id="rId1"/>
    <p:sldLayoutId id="2147484256" r:id="rId2"/>
    <p:sldLayoutId id="2147484258" r:id="rId3"/>
    <p:sldLayoutId id="2147484259" r:id="rId4"/>
    <p:sldLayoutId id="2147484260" r:id="rId5"/>
    <p:sldLayoutId id="2147484261" r:id="rId6"/>
    <p:sldLayoutId id="2147484262" r:id="rId7"/>
    <p:sldLayoutId id="2147484263" r:id="rId8"/>
    <p:sldLayoutId id="2147484264" r:id="rId9"/>
    <p:sldLayoutId id="2147484265" r:id="rId10"/>
    <p:sldLayoutId id="2147484266" r:id="rId11"/>
    <p:sldLayoutId id="2147484267" r:id="rId12"/>
  </p:sldLayoutIdLst>
  <p:hf sldNum="0" hdr="0" ftr="0" dt="0"/>
  <p:txStyles>
    <p:titleStyle>
      <a:lvl1pPr algn="l" rtl="0" eaLnBrk="0" fontAlgn="base" hangingPunct="0">
        <a:spcBef>
          <a:spcPct val="0"/>
        </a:spcBef>
        <a:spcAft>
          <a:spcPct val="0"/>
        </a:spcAft>
        <a:defRPr sz="3000" b="1">
          <a:solidFill>
            <a:srgbClr val="002040"/>
          </a:solidFill>
          <a:latin typeface="+mj-lt"/>
          <a:ea typeface="+mj-ea"/>
          <a:cs typeface="Calibri" pitchFamily="34" charset="0"/>
        </a:defRPr>
      </a:lvl1pPr>
      <a:lvl2pPr algn="l" rtl="0" eaLnBrk="0" fontAlgn="base" hangingPunct="0">
        <a:spcBef>
          <a:spcPct val="0"/>
        </a:spcBef>
        <a:spcAft>
          <a:spcPct val="0"/>
        </a:spcAft>
        <a:defRPr sz="2700" b="1">
          <a:solidFill>
            <a:schemeClr val="tx1"/>
          </a:solidFill>
          <a:latin typeface="Calibri" pitchFamily="34" charset="0"/>
          <a:ea typeface="ヒラギノ角ゴ Pro W3" pitchFamily="-48" charset="-128"/>
          <a:cs typeface="Calibri" pitchFamily="34" charset="0"/>
        </a:defRPr>
      </a:lvl2pPr>
      <a:lvl3pPr algn="l" rtl="0" eaLnBrk="0" fontAlgn="base" hangingPunct="0">
        <a:spcBef>
          <a:spcPct val="0"/>
        </a:spcBef>
        <a:spcAft>
          <a:spcPct val="0"/>
        </a:spcAft>
        <a:defRPr sz="2700" b="1">
          <a:solidFill>
            <a:schemeClr val="tx1"/>
          </a:solidFill>
          <a:latin typeface="Calibri" pitchFamily="34" charset="0"/>
          <a:ea typeface="ヒラギノ角ゴ Pro W3" pitchFamily="-48" charset="-128"/>
          <a:cs typeface="Calibri" pitchFamily="34" charset="0"/>
        </a:defRPr>
      </a:lvl3pPr>
      <a:lvl4pPr algn="l" rtl="0" eaLnBrk="0" fontAlgn="base" hangingPunct="0">
        <a:spcBef>
          <a:spcPct val="0"/>
        </a:spcBef>
        <a:spcAft>
          <a:spcPct val="0"/>
        </a:spcAft>
        <a:defRPr sz="2700" b="1">
          <a:solidFill>
            <a:schemeClr val="tx1"/>
          </a:solidFill>
          <a:latin typeface="Calibri" pitchFamily="34" charset="0"/>
          <a:ea typeface="ヒラギノ角ゴ Pro W3" pitchFamily="-48" charset="-128"/>
          <a:cs typeface="Calibri" pitchFamily="34" charset="0"/>
        </a:defRPr>
      </a:lvl4pPr>
      <a:lvl5pPr algn="l" rtl="0" eaLnBrk="0" fontAlgn="base" hangingPunct="0">
        <a:spcBef>
          <a:spcPct val="0"/>
        </a:spcBef>
        <a:spcAft>
          <a:spcPct val="0"/>
        </a:spcAft>
        <a:defRPr sz="2700" b="1">
          <a:solidFill>
            <a:schemeClr val="tx1"/>
          </a:solidFill>
          <a:latin typeface="Calibri" pitchFamily="34" charset="0"/>
          <a:ea typeface="ヒラギノ角ゴ Pro W3" pitchFamily="-48" charset="-128"/>
          <a:cs typeface="Calibri" pitchFamily="34" charset="0"/>
        </a:defRPr>
      </a:lvl5pPr>
      <a:lvl6pPr marL="342900" algn="l" rtl="0" fontAlgn="base">
        <a:spcBef>
          <a:spcPct val="0"/>
        </a:spcBef>
        <a:spcAft>
          <a:spcPct val="0"/>
        </a:spcAft>
        <a:defRPr sz="2700" b="1">
          <a:solidFill>
            <a:schemeClr val="tx1"/>
          </a:solidFill>
          <a:latin typeface="Arial" charset="0"/>
          <a:ea typeface="ヒラギノ角ゴ Pro W3" pitchFamily="-48" charset="-128"/>
        </a:defRPr>
      </a:lvl6pPr>
      <a:lvl7pPr marL="685800" algn="l" rtl="0" fontAlgn="base">
        <a:spcBef>
          <a:spcPct val="0"/>
        </a:spcBef>
        <a:spcAft>
          <a:spcPct val="0"/>
        </a:spcAft>
        <a:defRPr sz="2700" b="1">
          <a:solidFill>
            <a:schemeClr val="tx1"/>
          </a:solidFill>
          <a:latin typeface="Arial" charset="0"/>
          <a:ea typeface="ヒラギノ角ゴ Pro W3" pitchFamily="-48" charset="-128"/>
        </a:defRPr>
      </a:lvl7pPr>
      <a:lvl8pPr marL="1028700" algn="l" rtl="0" fontAlgn="base">
        <a:spcBef>
          <a:spcPct val="0"/>
        </a:spcBef>
        <a:spcAft>
          <a:spcPct val="0"/>
        </a:spcAft>
        <a:defRPr sz="2700" b="1">
          <a:solidFill>
            <a:schemeClr val="tx1"/>
          </a:solidFill>
          <a:latin typeface="Arial" charset="0"/>
          <a:ea typeface="ヒラギノ角ゴ Pro W3" pitchFamily="-48" charset="-128"/>
        </a:defRPr>
      </a:lvl8pPr>
      <a:lvl9pPr marL="1371600" algn="l" rtl="0" fontAlgn="base">
        <a:spcBef>
          <a:spcPct val="0"/>
        </a:spcBef>
        <a:spcAft>
          <a:spcPct val="0"/>
        </a:spcAft>
        <a:defRPr sz="2700" b="1">
          <a:solidFill>
            <a:schemeClr val="tx1"/>
          </a:solidFill>
          <a:latin typeface="Arial" charset="0"/>
          <a:ea typeface="ヒラギノ角ゴ Pro W3" pitchFamily="-48" charset="-128"/>
        </a:defRPr>
      </a:lvl9pPr>
    </p:titleStyle>
    <p:bodyStyle>
      <a:lvl1pPr marL="228600" indent="-228600" algn="l" rtl="0" eaLnBrk="0" fontAlgn="base" hangingPunct="0">
        <a:spcBef>
          <a:spcPts val="1200"/>
        </a:spcBef>
        <a:spcAft>
          <a:spcPct val="0"/>
        </a:spcAft>
        <a:buClr>
          <a:srgbClr val="002040"/>
        </a:buClr>
        <a:buFont typeface="Times" panose="02020603050405020304" pitchFamily="18" charset="0"/>
        <a:buChar char="•"/>
        <a:defRPr sz="2200">
          <a:solidFill>
            <a:srgbClr val="002040"/>
          </a:solidFill>
          <a:latin typeface="+mn-lt"/>
          <a:ea typeface="+mn-ea"/>
          <a:cs typeface="Calibri" pitchFamily="34" charset="0"/>
        </a:defRPr>
      </a:lvl1pPr>
      <a:lvl2pPr marL="514350" indent="-214313" algn="l" rtl="0" eaLnBrk="0" fontAlgn="base" hangingPunct="0">
        <a:spcBef>
          <a:spcPts val="300"/>
        </a:spcBef>
        <a:spcAft>
          <a:spcPct val="0"/>
        </a:spcAft>
        <a:buClr>
          <a:schemeClr val="bg2"/>
        </a:buClr>
        <a:buChar char="–"/>
        <a:defRPr sz="1700">
          <a:solidFill>
            <a:srgbClr val="002040">
              <a:alpha val="70000"/>
            </a:srgbClr>
          </a:solidFill>
          <a:latin typeface="HelveticaNeueLT Com 45 Lt" panose="020B0403020202020204" pitchFamily="34" charset="0"/>
          <a:ea typeface="+mn-ea"/>
          <a:cs typeface="Calibri" pitchFamily="34" charset="0"/>
        </a:defRPr>
      </a:lvl2pPr>
      <a:lvl3pPr marL="744538" indent="-171450" algn="l" rtl="0" eaLnBrk="0" fontAlgn="base" hangingPunct="0">
        <a:spcBef>
          <a:spcPts val="200"/>
        </a:spcBef>
        <a:spcAft>
          <a:spcPct val="0"/>
        </a:spcAft>
        <a:buClr>
          <a:schemeClr val="bg2"/>
        </a:buClr>
        <a:buFont typeface="Wingdings" panose="05000000000000000000" pitchFamily="2" charset="2"/>
        <a:buChar char="§"/>
        <a:defRPr sz="1200">
          <a:solidFill>
            <a:srgbClr val="002040">
              <a:alpha val="55000"/>
            </a:srgbClr>
          </a:solidFill>
          <a:latin typeface="HelveticaNeueLT Com 35 Th" panose="020B0403020202020204" pitchFamily="34" charset="0"/>
          <a:ea typeface="+mn-ea"/>
          <a:cs typeface="Calibri" pitchFamily="34" charset="0"/>
        </a:defRPr>
      </a:lvl3pPr>
      <a:lvl4pPr marL="969963" indent="-171450" algn="l" rtl="0" eaLnBrk="0" fontAlgn="base" hangingPunct="0">
        <a:spcBef>
          <a:spcPts val="200"/>
        </a:spcBef>
        <a:spcAft>
          <a:spcPct val="0"/>
        </a:spcAft>
        <a:buClr>
          <a:schemeClr val="bg2"/>
        </a:buClr>
        <a:buChar char="–"/>
        <a:defRPr sz="1050">
          <a:solidFill>
            <a:srgbClr val="002040">
              <a:alpha val="30000"/>
            </a:srgbClr>
          </a:solidFill>
          <a:latin typeface="HelveticaNeueLT Com 35 Th" panose="020B0403020202020204" pitchFamily="34" charset="0"/>
          <a:ea typeface="+mn-ea"/>
          <a:cs typeface="Calibri" pitchFamily="34" charset="0"/>
        </a:defRPr>
      </a:lvl4pPr>
      <a:lvl5pPr marL="1200150" indent="-171450" algn="l" rtl="0" eaLnBrk="0" fontAlgn="base" hangingPunct="0">
        <a:spcBef>
          <a:spcPts val="200"/>
        </a:spcBef>
        <a:spcAft>
          <a:spcPct val="0"/>
        </a:spcAft>
        <a:buClr>
          <a:schemeClr val="bg2"/>
        </a:buClr>
        <a:buChar char="»"/>
        <a:defRPr sz="900">
          <a:solidFill>
            <a:srgbClr val="002040">
              <a:alpha val="30000"/>
            </a:srgbClr>
          </a:solidFill>
          <a:latin typeface="HelveticaNeueLT Com 35 Th" panose="020B0403020202020204" pitchFamily="34" charset="0"/>
          <a:ea typeface="+mn-ea"/>
          <a:cs typeface="Calibri" pitchFamily="34" charset="0"/>
        </a:defRPr>
      </a:lvl5pPr>
      <a:lvl6pPr marL="1885950" indent="-171450" algn="l" rtl="0" fontAlgn="base">
        <a:spcBef>
          <a:spcPct val="20000"/>
        </a:spcBef>
        <a:spcAft>
          <a:spcPct val="0"/>
        </a:spcAft>
        <a:buClr>
          <a:schemeClr val="bg2"/>
        </a:buClr>
        <a:buChar char="»"/>
        <a:defRPr sz="1500">
          <a:solidFill>
            <a:schemeClr val="tx1"/>
          </a:solidFill>
          <a:latin typeface="+mn-lt"/>
          <a:ea typeface="+mn-ea"/>
        </a:defRPr>
      </a:lvl6pPr>
      <a:lvl7pPr marL="2228850" indent="-171450" algn="l" rtl="0" fontAlgn="base">
        <a:spcBef>
          <a:spcPct val="20000"/>
        </a:spcBef>
        <a:spcAft>
          <a:spcPct val="0"/>
        </a:spcAft>
        <a:buClr>
          <a:schemeClr val="bg2"/>
        </a:buClr>
        <a:buChar char="»"/>
        <a:defRPr sz="1500">
          <a:solidFill>
            <a:schemeClr val="tx1"/>
          </a:solidFill>
          <a:latin typeface="+mn-lt"/>
          <a:ea typeface="+mn-ea"/>
        </a:defRPr>
      </a:lvl7pPr>
      <a:lvl8pPr marL="2571750" indent="-171450" algn="l" rtl="0" fontAlgn="base">
        <a:spcBef>
          <a:spcPct val="20000"/>
        </a:spcBef>
        <a:spcAft>
          <a:spcPct val="0"/>
        </a:spcAft>
        <a:buClr>
          <a:schemeClr val="bg2"/>
        </a:buClr>
        <a:buChar char="»"/>
        <a:defRPr sz="1500">
          <a:solidFill>
            <a:schemeClr val="tx1"/>
          </a:solidFill>
          <a:latin typeface="+mn-lt"/>
          <a:ea typeface="+mn-ea"/>
        </a:defRPr>
      </a:lvl8pPr>
      <a:lvl9pPr marL="2914650" indent="-171450" algn="l" rtl="0" fontAlgn="base">
        <a:spcBef>
          <a:spcPct val="20000"/>
        </a:spcBef>
        <a:spcAft>
          <a:spcPct val="0"/>
        </a:spcAft>
        <a:buClr>
          <a:schemeClr val="bg2"/>
        </a:buClr>
        <a:buChar char="»"/>
        <a:defRPr sz="1500">
          <a:solidFill>
            <a:schemeClr val="tx1"/>
          </a:solidFill>
          <a:latin typeface="+mn-lt"/>
          <a:ea typeface="+mn-ea"/>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en.wikipedia.org/wiki/FBI%E2%80%93Apple_encryption_dispute"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statcan.gc.ca/en/statistical-programs/instrument/3901_Q2_V8-eng.pdf"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afnigc.ca/wp-content/uploads/2024/01/Data_Resources_Report.pdf"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CD041-6123-41EC-8961-0E182C690F32}"/>
              </a:ext>
            </a:extLst>
          </p:cNvPr>
          <p:cNvSpPr>
            <a:spLocks noGrp="1"/>
          </p:cNvSpPr>
          <p:nvPr>
            <p:ph type="ctrTitle"/>
          </p:nvPr>
        </p:nvSpPr>
        <p:spPr>
          <a:xfrm>
            <a:off x="1143000" y="864695"/>
            <a:ext cx="6858000" cy="1790700"/>
          </a:xfrm>
        </p:spPr>
        <p:txBody>
          <a:bodyPr anchor="ctr">
            <a:normAutofit/>
          </a:bodyPr>
          <a:lstStyle/>
          <a:p>
            <a:pPr>
              <a:spcBef>
                <a:spcPts val="0"/>
              </a:spcBef>
              <a:spcAft>
                <a:spcPts val="2000"/>
              </a:spcAft>
            </a:pPr>
            <a:r>
              <a:rPr lang="en-CA" sz="3600" dirty="0"/>
              <a:t>Privacy and the Government</a:t>
            </a:r>
            <a:br>
              <a:rPr lang="en-CA" sz="1200" dirty="0"/>
            </a:br>
            <a:r>
              <a:rPr lang="en-CA" sz="2800" dirty="0">
                <a:latin typeface="HelveticaNeueLT Com 45 Lt" panose="020B0403020202020204" pitchFamily="34" charset="0"/>
              </a:rPr>
              <a:t>Lecture 6-1</a:t>
            </a:r>
            <a:endParaRPr lang="en-US" dirty="0"/>
          </a:p>
        </p:txBody>
      </p:sp>
      <p:sp>
        <p:nvSpPr>
          <p:cNvPr id="4" name="Subtitle 2">
            <a:extLst>
              <a:ext uri="{FF2B5EF4-FFF2-40B4-BE49-F238E27FC236}">
                <a16:creationId xmlns:a16="http://schemas.microsoft.com/office/drawing/2014/main" id="{1B24D65D-86DE-C210-C84A-A642DE358AC3}"/>
              </a:ext>
            </a:extLst>
          </p:cNvPr>
          <p:cNvSpPr>
            <a:spLocks noGrp="1"/>
          </p:cNvSpPr>
          <p:nvPr/>
        </p:nvSpPr>
        <p:spPr bwMode="auto">
          <a:xfrm>
            <a:off x="1143000" y="3322638"/>
            <a:ext cx="6858000" cy="1620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0" fontAlgn="base" hangingPunct="0">
              <a:spcBef>
                <a:spcPts val="1200"/>
              </a:spcBef>
              <a:spcAft>
                <a:spcPct val="0"/>
              </a:spcAft>
              <a:buClr>
                <a:srgbClr val="002040"/>
              </a:buClr>
              <a:buFont typeface="Times" panose="02020603050405020304" pitchFamily="18" charset="0"/>
              <a:buNone/>
              <a:defRPr sz="2400">
                <a:solidFill>
                  <a:srgbClr val="002040"/>
                </a:solidFill>
                <a:latin typeface="+mn-lt"/>
                <a:ea typeface="+mn-ea"/>
                <a:cs typeface="Calibri" pitchFamily="34" charset="0"/>
              </a:defRPr>
            </a:lvl1pPr>
            <a:lvl2pPr marL="457189" indent="0" algn="ctr" rtl="0" eaLnBrk="0" fontAlgn="base" hangingPunct="0">
              <a:spcBef>
                <a:spcPts val="300"/>
              </a:spcBef>
              <a:spcAft>
                <a:spcPct val="0"/>
              </a:spcAft>
              <a:buClr>
                <a:schemeClr val="bg2"/>
              </a:buClr>
              <a:buNone/>
              <a:defRPr sz="2000">
                <a:solidFill>
                  <a:srgbClr val="002040">
                    <a:alpha val="70000"/>
                  </a:srgbClr>
                </a:solidFill>
                <a:latin typeface="HelveticaNeueLT Com 45 Lt" panose="020B0403020202020204" pitchFamily="34" charset="0"/>
                <a:ea typeface="+mn-ea"/>
                <a:cs typeface="Calibri" pitchFamily="34" charset="0"/>
              </a:defRPr>
            </a:lvl2pPr>
            <a:lvl3pPr marL="914378" indent="0" algn="ctr" rtl="0" eaLnBrk="0" fontAlgn="base" hangingPunct="0">
              <a:spcBef>
                <a:spcPts val="200"/>
              </a:spcBef>
              <a:spcAft>
                <a:spcPct val="0"/>
              </a:spcAft>
              <a:buClr>
                <a:schemeClr val="bg2"/>
              </a:buClr>
              <a:buFont typeface="Wingdings" panose="05000000000000000000" pitchFamily="2" charset="2"/>
              <a:buNone/>
              <a:defRPr sz="1800">
                <a:solidFill>
                  <a:srgbClr val="002040">
                    <a:alpha val="55000"/>
                  </a:srgbClr>
                </a:solidFill>
                <a:latin typeface="HelveticaNeueLT Com 35 Th" panose="020B0403020202020204" pitchFamily="34" charset="0"/>
                <a:ea typeface="+mn-ea"/>
                <a:cs typeface="Calibri" pitchFamily="34" charset="0"/>
              </a:defRPr>
            </a:lvl3pPr>
            <a:lvl4pPr marL="1371566" indent="0" algn="ctr" rtl="0" eaLnBrk="0" fontAlgn="base" hangingPunct="0">
              <a:spcBef>
                <a:spcPts val="200"/>
              </a:spcBef>
              <a:spcAft>
                <a:spcPct val="0"/>
              </a:spcAft>
              <a:buClr>
                <a:schemeClr val="bg2"/>
              </a:buClr>
              <a:buNone/>
              <a:defRPr sz="1600">
                <a:solidFill>
                  <a:srgbClr val="002040">
                    <a:alpha val="30000"/>
                  </a:srgbClr>
                </a:solidFill>
                <a:latin typeface="HelveticaNeueLT Com 35 Th" panose="020B0403020202020204" pitchFamily="34" charset="0"/>
                <a:ea typeface="+mn-ea"/>
                <a:cs typeface="Calibri" pitchFamily="34" charset="0"/>
              </a:defRPr>
            </a:lvl4pPr>
            <a:lvl5pPr marL="1828754" indent="0" algn="ctr" rtl="0" eaLnBrk="0" fontAlgn="base" hangingPunct="0">
              <a:spcBef>
                <a:spcPts val="200"/>
              </a:spcBef>
              <a:spcAft>
                <a:spcPct val="0"/>
              </a:spcAft>
              <a:buClr>
                <a:schemeClr val="bg2"/>
              </a:buClr>
              <a:buNone/>
              <a:defRPr sz="1600">
                <a:solidFill>
                  <a:srgbClr val="002040">
                    <a:alpha val="30000"/>
                  </a:srgbClr>
                </a:solidFill>
                <a:latin typeface="HelveticaNeueLT Com 35 Th" panose="020B0403020202020204" pitchFamily="34" charset="0"/>
                <a:ea typeface="+mn-ea"/>
                <a:cs typeface="Calibri" pitchFamily="34" charset="0"/>
              </a:defRPr>
            </a:lvl5pPr>
            <a:lvl6pPr marL="2285943" indent="0" algn="ctr" rtl="0" fontAlgn="base">
              <a:spcBef>
                <a:spcPct val="20000"/>
              </a:spcBef>
              <a:spcAft>
                <a:spcPct val="0"/>
              </a:spcAft>
              <a:buClr>
                <a:schemeClr val="bg2"/>
              </a:buClr>
              <a:buNone/>
              <a:defRPr sz="1600">
                <a:solidFill>
                  <a:schemeClr val="tx1"/>
                </a:solidFill>
                <a:latin typeface="+mn-lt"/>
                <a:ea typeface="+mn-ea"/>
              </a:defRPr>
            </a:lvl6pPr>
            <a:lvl7pPr marL="2743132" indent="0" algn="ctr" rtl="0" fontAlgn="base">
              <a:spcBef>
                <a:spcPct val="20000"/>
              </a:spcBef>
              <a:spcAft>
                <a:spcPct val="0"/>
              </a:spcAft>
              <a:buClr>
                <a:schemeClr val="bg2"/>
              </a:buClr>
              <a:buNone/>
              <a:defRPr sz="1600">
                <a:solidFill>
                  <a:schemeClr val="tx1"/>
                </a:solidFill>
                <a:latin typeface="+mn-lt"/>
                <a:ea typeface="+mn-ea"/>
              </a:defRPr>
            </a:lvl7pPr>
            <a:lvl8pPr marL="3200320" indent="0" algn="ctr" rtl="0" fontAlgn="base">
              <a:spcBef>
                <a:spcPct val="20000"/>
              </a:spcBef>
              <a:spcAft>
                <a:spcPct val="0"/>
              </a:spcAft>
              <a:buClr>
                <a:schemeClr val="bg2"/>
              </a:buClr>
              <a:buNone/>
              <a:defRPr sz="1600">
                <a:solidFill>
                  <a:schemeClr val="tx1"/>
                </a:solidFill>
                <a:latin typeface="+mn-lt"/>
                <a:ea typeface="+mn-ea"/>
              </a:defRPr>
            </a:lvl8pPr>
            <a:lvl9pPr marL="3657509" indent="0" algn="ctr" rtl="0" fontAlgn="base">
              <a:spcBef>
                <a:spcPct val="20000"/>
              </a:spcBef>
              <a:spcAft>
                <a:spcPct val="0"/>
              </a:spcAft>
              <a:buClr>
                <a:schemeClr val="bg2"/>
              </a:buClr>
              <a:buNone/>
              <a:defRPr sz="1600">
                <a:solidFill>
                  <a:schemeClr val="tx1"/>
                </a:solidFill>
                <a:latin typeface="+mn-lt"/>
                <a:ea typeface="+mn-ea"/>
              </a:defRPr>
            </a:lvl9pPr>
          </a:lstStyle>
          <a:p>
            <a:pPr lvl="0" defTabSz="914400" eaLnBrk="1" fontAlgn="auto" hangingPunct="1">
              <a:spcAft>
                <a:spcPts val="0"/>
              </a:spcAft>
            </a:pPr>
            <a:r>
              <a:rPr lang="en-CA" sz="2800" dirty="0">
                <a:solidFill>
                  <a:prstClr val="black">
                    <a:tint val="75000"/>
                  </a:prstClr>
                </a:solidFill>
                <a:latin typeface="HelveticaNeueLT Com 55 Roman" panose="020B0604020202020204" pitchFamily="34" charset="0"/>
                <a:ea typeface="+mn-ea"/>
                <a:cs typeface="+mn-cs"/>
              </a:rPr>
              <a:t>Computers &amp; </a:t>
            </a:r>
            <a:r>
              <a:rPr lang="en-CA" sz="2800" dirty="0">
                <a:solidFill>
                  <a:prstClr val="white">
                    <a:lumMod val="50000"/>
                  </a:prstClr>
                </a:solidFill>
                <a:latin typeface="HelveticaNeueLT Com 55 Roman" panose="020B0604020202020204" pitchFamily="34" charset="0"/>
                <a:ea typeface="+mn-ea"/>
                <a:cs typeface="+mn-cs"/>
              </a:rPr>
              <a:t>Society</a:t>
            </a:r>
            <a:r>
              <a:rPr lang="en-CA" sz="2800" dirty="0">
                <a:solidFill>
                  <a:prstClr val="black">
                    <a:tint val="75000"/>
                  </a:prstClr>
                </a:solidFill>
                <a:latin typeface="HelveticaNeueLT Com 55 Roman" panose="020B0604020202020204" pitchFamily="34" charset="0"/>
                <a:ea typeface="+mn-ea"/>
                <a:cs typeface="+mn-cs"/>
              </a:rPr>
              <a:t> </a:t>
            </a:r>
            <a:r>
              <a:rPr lang="en-CA" sz="2000" dirty="0">
                <a:solidFill>
                  <a:prstClr val="black">
                    <a:tint val="75000"/>
                  </a:prstClr>
                </a:solidFill>
                <a:latin typeface="HelveticaNeueLT Com 55 Roman" panose="020B0604020202020204" pitchFamily="34" charset="0"/>
                <a:ea typeface="+mn-ea"/>
                <a:cs typeface="+mn-cs"/>
              </a:rPr>
              <a:t>(CPSC 430)</a:t>
            </a:r>
            <a:endParaRPr lang="en-CA" sz="2800" dirty="0">
              <a:solidFill>
                <a:prstClr val="black">
                  <a:tint val="75000"/>
                </a:prstClr>
              </a:solidFill>
              <a:latin typeface="HelveticaNeueLT Com 55 Roman" panose="020B0604020202020204" pitchFamily="34" charset="0"/>
              <a:ea typeface="+mn-ea"/>
              <a:cs typeface="+mn-cs"/>
            </a:endParaRPr>
          </a:p>
          <a:p>
            <a:pPr lvl="0" defTabSz="914400" eaLnBrk="1" fontAlgn="auto" hangingPunct="1">
              <a:spcAft>
                <a:spcPts val="0"/>
              </a:spcAft>
            </a:pPr>
            <a:r>
              <a:rPr lang="en-CA" sz="1600" dirty="0">
                <a:solidFill>
                  <a:prstClr val="black">
                    <a:tint val="75000"/>
                  </a:prstClr>
                </a:solidFill>
                <a:latin typeface="HelveticaNeueLT Com 35 Th" panose="020B0403020202020204" pitchFamily="34" charset="0"/>
                <a:ea typeface="+mn-ea"/>
                <a:cs typeface="+mn-cs"/>
              </a:rPr>
              <a:t>Giulia Toti</a:t>
            </a:r>
            <a:endParaRPr lang="en-CA" sz="1600" dirty="0">
              <a:solidFill>
                <a:prstClr val="black">
                  <a:tint val="75000"/>
                </a:prstClr>
              </a:solidFill>
              <a:latin typeface="HelveticaNeueLT Com 45 Lt" panose="020B0403020202020204" pitchFamily="34" charset="0"/>
              <a:ea typeface="+mn-ea"/>
              <a:cs typeface="+mn-cs"/>
            </a:endParaRPr>
          </a:p>
        </p:txBody>
      </p:sp>
    </p:spTree>
    <p:extLst>
      <p:ext uri="{BB962C8B-B14F-4D97-AF65-F5344CB8AC3E}">
        <p14:creationId xmlns:p14="http://schemas.microsoft.com/office/powerpoint/2010/main" val="3996834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2AC643DC-5C46-4712-8CAE-90AB2C8936FD}"/>
              </a:ext>
            </a:extLst>
          </p:cNvPr>
          <p:cNvSpPr>
            <a:spLocks noGrp="1" noChangeArrowheads="1"/>
          </p:cNvSpPr>
          <p:nvPr>
            <p:ph type="title"/>
          </p:nvPr>
        </p:nvSpPr>
        <p:spPr/>
        <p:txBody>
          <a:bodyPr/>
          <a:lstStyle/>
          <a:p>
            <a:pPr eaLnBrk="1" hangingPunct="1"/>
            <a:r>
              <a:rPr lang="en-US" altLang="en-US" dirty="0"/>
              <a:t>Encryption</a:t>
            </a:r>
          </a:p>
        </p:txBody>
      </p:sp>
      <p:sp>
        <p:nvSpPr>
          <p:cNvPr id="34819" name="Rectangle 3">
            <a:extLst>
              <a:ext uri="{FF2B5EF4-FFF2-40B4-BE49-F238E27FC236}">
                <a16:creationId xmlns:a16="http://schemas.microsoft.com/office/drawing/2014/main" id="{53ED6FFE-DD44-4B78-AC65-CF0992B97103}"/>
              </a:ext>
            </a:extLst>
          </p:cNvPr>
          <p:cNvSpPr>
            <a:spLocks noGrp="1" noChangeArrowheads="1"/>
          </p:cNvSpPr>
          <p:nvPr>
            <p:ph type="body" idx="1"/>
          </p:nvPr>
        </p:nvSpPr>
        <p:spPr/>
        <p:txBody>
          <a:bodyPr>
            <a:normAutofit fontScale="85000" lnSpcReduction="20000"/>
          </a:bodyPr>
          <a:lstStyle/>
          <a:p>
            <a:pPr eaLnBrk="1" hangingPunct="1">
              <a:buFont typeface="Times" pitchFamily="-48" charset="0"/>
              <a:buChar char="•"/>
              <a:defRPr/>
            </a:pPr>
            <a:r>
              <a:rPr lang="en-US" dirty="0"/>
              <a:t>Method for concealing the content of a message</a:t>
            </a:r>
          </a:p>
          <a:p>
            <a:pPr eaLnBrk="1" hangingPunct="1">
              <a:buFont typeface="Times" pitchFamily="-48" charset="0"/>
              <a:buChar char="•"/>
              <a:defRPr/>
            </a:pPr>
            <a:r>
              <a:rPr lang="en-US" dirty="0"/>
              <a:t>Symmetric encryption:</a:t>
            </a:r>
          </a:p>
          <a:p>
            <a:pPr lvl="1" eaLnBrk="1" hangingPunct="1">
              <a:defRPr/>
            </a:pPr>
            <a:r>
              <a:rPr lang="en-US" dirty="0"/>
              <a:t>Single key used to encrypt and decrypt a message</a:t>
            </a:r>
          </a:p>
          <a:p>
            <a:pPr lvl="1" eaLnBrk="1" hangingPunct="1">
              <a:defRPr/>
            </a:pPr>
            <a:r>
              <a:rPr lang="en-US" dirty="0"/>
              <a:t>Problem: How does sender get key to receiver?</a:t>
            </a:r>
          </a:p>
          <a:p>
            <a:pPr eaLnBrk="1" hangingPunct="1">
              <a:buFont typeface="Times" pitchFamily="-48" charset="0"/>
              <a:buChar char="•"/>
              <a:defRPr/>
            </a:pPr>
            <a:r>
              <a:rPr lang="en-US" dirty="0"/>
              <a:t>Public-Key encryption (e.g., RSA):</a:t>
            </a:r>
          </a:p>
          <a:p>
            <a:pPr lvl="1" eaLnBrk="1" hangingPunct="1">
              <a:lnSpc>
                <a:spcPct val="90000"/>
              </a:lnSpc>
              <a:defRPr/>
            </a:pPr>
            <a:r>
              <a:rPr lang="en-US" dirty="0"/>
              <a:t>Each person has two keys: public and private</a:t>
            </a:r>
          </a:p>
          <a:p>
            <a:pPr lvl="1" eaLnBrk="1" hangingPunct="1">
              <a:lnSpc>
                <a:spcPct val="90000"/>
              </a:lnSpc>
              <a:defRPr/>
            </a:pPr>
            <a:r>
              <a:rPr lang="en-US" dirty="0"/>
              <a:t>To send </a:t>
            </a:r>
            <a:r>
              <a:rPr lang="en-US" b="1" i="1" dirty="0"/>
              <a:t>R</a:t>
            </a:r>
            <a:r>
              <a:rPr lang="en-US" dirty="0"/>
              <a:t> a message, encrypt it with </a:t>
            </a:r>
            <a:r>
              <a:rPr lang="en-US" b="1" i="1" dirty="0"/>
              <a:t>R</a:t>
            </a:r>
            <a:r>
              <a:rPr lang="en-US" dirty="0"/>
              <a:t>’s public key</a:t>
            </a:r>
          </a:p>
          <a:p>
            <a:pPr lvl="1" eaLnBrk="1" hangingPunct="1">
              <a:lnSpc>
                <a:spcPct val="90000"/>
              </a:lnSpc>
              <a:defRPr/>
            </a:pPr>
            <a:r>
              <a:rPr lang="en-US" b="1" i="1" dirty="0"/>
              <a:t>R</a:t>
            </a:r>
            <a:r>
              <a:rPr lang="en-US" dirty="0"/>
              <a:t> decrypts message with </a:t>
            </a:r>
            <a:r>
              <a:rPr lang="en-US" b="1" i="1" dirty="0"/>
              <a:t>R</a:t>
            </a:r>
            <a:r>
              <a:rPr lang="en-US" dirty="0"/>
              <a:t>’s private key</a:t>
            </a:r>
          </a:p>
          <a:p>
            <a:pPr lvl="1" eaLnBrk="1" hangingPunct="1">
              <a:lnSpc>
                <a:spcPct val="90000"/>
              </a:lnSpc>
              <a:defRPr/>
            </a:pPr>
            <a:r>
              <a:rPr lang="en-US" dirty="0"/>
              <a:t>No need to communicate private keys</a:t>
            </a:r>
          </a:p>
          <a:p>
            <a:pPr eaLnBrk="1" hangingPunct="1">
              <a:lnSpc>
                <a:spcPct val="90000"/>
              </a:lnSpc>
              <a:buFont typeface="Times" pitchFamily="-48" charset="0"/>
              <a:buChar char="•"/>
              <a:defRPr/>
            </a:pPr>
            <a:r>
              <a:rPr lang="en-US" dirty="0"/>
              <a:t>SSL (https://...) is based on public-key encryption:</a:t>
            </a:r>
          </a:p>
          <a:p>
            <a:pPr lvl="1">
              <a:defRPr/>
            </a:pPr>
            <a:r>
              <a:rPr lang="en-CA" dirty="0"/>
              <a:t>Upon connection, server reports its public key and a trusted certificate authority that can verify it. The client may verify the key.</a:t>
            </a:r>
          </a:p>
          <a:p>
            <a:pPr lvl="1">
              <a:defRPr/>
            </a:pPr>
            <a:r>
              <a:rPr lang="en-CA" dirty="0"/>
              <a:t>The client encrypts a random number with the server's public key </a:t>
            </a:r>
            <a:br>
              <a:rPr lang="en-CA" dirty="0"/>
            </a:br>
            <a:r>
              <a:rPr lang="en-CA" dirty="0"/>
              <a:t>and sends the result to the server. </a:t>
            </a:r>
          </a:p>
          <a:p>
            <a:pPr lvl="1">
              <a:defRPr/>
            </a:pPr>
            <a:r>
              <a:rPr lang="en-CA" dirty="0"/>
              <a:t>The server decrypts it with its private key.</a:t>
            </a:r>
          </a:p>
          <a:p>
            <a:pPr lvl="1">
              <a:defRPr/>
            </a:pPr>
            <a:r>
              <a:rPr lang="en-CA" dirty="0"/>
              <a:t>From the random number, both parties generate key material for encryption and decryption.</a:t>
            </a:r>
          </a:p>
          <a:p>
            <a:pPr eaLnBrk="1" hangingPunct="1">
              <a:lnSpc>
                <a:spcPct val="90000"/>
              </a:lnSpc>
              <a:buFont typeface="Times" pitchFamily="-48" charset="0"/>
              <a:buChar char="•"/>
              <a:defRPr/>
            </a:pPr>
            <a:endParaRPr lang="en-US" dirty="0"/>
          </a:p>
          <a:p>
            <a:pPr eaLnBrk="1" hangingPunct="1">
              <a:buFont typeface="Times" pitchFamily="-48" charset="0"/>
              <a:buChar char="•"/>
              <a:defRPr/>
            </a:pPr>
            <a:endParaRPr lang="en-US" dirty="0"/>
          </a:p>
        </p:txBody>
      </p:sp>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42B6C1F0-D963-4364-A164-3E7CAD892ACE}"/>
              </a:ext>
            </a:extLst>
          </p:cNvPr>
          <p:cNvSpPr>
            <a:spLocks noGrp="1" noChangeArrowheads="1"/>
          </p:cNvSpPr>
          <p:nvPr>
            <p:ph type="title"/>
          </p:nvPr>
        </p:nvSpPr>
        <p:spPr/>
        <p:txBody>
          <a:bodyPr/>
          <a:lstStyle/>
          <a:p>
            <a:pPr eaLnBrk="1" hangingPunct="1"/>
            <a:r>
              <a:rPr lang="en-US" altLang="en-US"/>
              <a:t>Strong Encryption</a:t>
            </a:r>
          </a:p>
        </p:txBody>
      </p:sp>
      <p:sp>
        <p:nvSpPr>
          <p:cNvPr id="39939" name="Rectangle 3">
            <a:extLst>
              <a:ext uri="{FF2B5EF4-FFF2-40B4-BE49-F238E27FC236}">
                <a16:creationId xmlns:a16="http://schemas.microsoft.com/office/drawing/2014/main" id="{4BD4CF2A-82DE-4C67-83EB-824112C1AFF8}"/>
              </a:ext>
            </a:extLst>
          </p:cNvPr>
          <p:cNvSpPr>
            <a:spLocks noGrp="1" noChangeArrowheads="1"/>
          </p:cNvSpPr>
          <p:nvPr>
            <p:ph type="body" idx="1"/>
          </p:nvPr>
        </p:nvSpPr>
        <p:spPr/>
        <p:txBody>
          <a:bodyPr>
            <a:normAutofit fontScale="92500" lnSpcReduction="20000"/>
          </a:bodyPr>
          <a:lstStyle/>
          <a:p>
            <a:pPr eaLnBrk="1" hangingPunct="1">
              <a:buFont typeface="Times" pitchFamily="-48" charset="0"/>
              <a:buChar char="•"/>
              <a:defRPr/>
            </a:pPr>
            <a:r>
              <a:rPr lang="en-US" dirty="0"/>
              <a:t>Strong encryption: encryption at a level that is believed not to be breakable by any other than sender/receiver</a:t>
            </a:r>
          </a:p>
          <a:p>
            <a:pPr lvl="1" eaLnBrk="1" hangingPunct="1">
              <a:defRPr/>
            </a:pPr>
            <a:r>
              <a:rPr lang="en-US" dirty="0"/>
              <a:t>e.g., 256-bit AES</a:t>
            </a:r>
          </a:p>
          <a:p>
            <a:pPr lvl="1" eaLnBrk="1" hangingPunct="1">
              <a:defRPr/>
            </a:pPr>
            <a:r>
              <a:rPr lang="en-US" dirty="0"/>
              <a:t>mathematical reasons to believe governments can’t break it either</a:t>
            </a:r>
          </a:p>
          <a:p>
            <a:pPr eaLnBrk="1" hangingPunct="1">
              <a:buFont typeface="Times" pitchFamily="-48" charset="0"/>
              <a:buChar char="•"/>
              <a:defRPr/>
            </a:pPr>
            <a:r>
              <a:rPr lang="en-US" dirty="0"/>
              <a:t>Availability of strong encryption</a:t>
            </a:r>
          </a:p>
          <a:p>
            <a:pPr lvl="1" eaLnBrk="1" hangingPunct="1">
              <a:defRPr/>
            </a:pPr>
            <a:r>
              <a:rPr lang="en-US" dirty="0"/>
              <a:t>Previously classified as a </a:t>
            </a:r>
            <a:r>
              <a:rPr lang="en-US" dirty="0" err="1"/>
              <a:t>munition</a:t>
            </a:r>
            <a:r>
              <a:rPr lang="en-US" dirty="0"/>
              <a:t> by US, regulated</a:t>
            </a:r>
          </a:p>
          <a:p>
            <a:pPr lvl="1" eaLnBrk="1" hangingPunct="1">
              <a:defRPr/>
            </a:pPr>
            <a:r>
              <a:rPr lang="en-US" dirty="0"/>
              <a:t>1991: US Senate passed a law requiring all encryption systems to include a “back door”</a:t>
            </a:r>
          </a:p>
          <a:p>
            <a:pPr lvl="1" eaLnBrk="1" hangingPunct="1">
              <a:defRPr/>
            </a:pPr>
            <a:r>
              <a:rPr lang="en-US" dirty="0"/>
              <a:t>In response, Phil Zimmerman created PGP</a:t>
            </a:r>
          </a:p>
          <a:p>
            <a:pPr lvl="1" eaLnBrk="1" hangingPunct="1">
              <a:defRPr/>
            </a:pPr>
            <a:r>
              <a:rPr lang="en-US" dirty="0"/>
              <a:t>Government tried to shut it down</a:t>
            </a:r>
          </a:p>
          <a:p>
            <a:pPr lvl="1" eaLnBrk="1" hangingPunct="1">
              <a:defRPr/>
            </a:pPr>
            <a:r>
              <a:rPr lang="en-US" dirty="0"/>
              <a:t>1999, 2000: courts ruled that these restrictions are illegal, encryption protects privacy and free speech</a:t>
            </a:r>
          </a:p>
          <a:p>
            <a:pPr eaLnBrk="1" hangingPunct="1">
              <a:buFont typeface="Times" pitchFamily="-48" charset="0"/>
              <a:buChar char="•"/>
              <a:defRPr/>
            </a:pPr>
            <a:r>
              <a:rPr lang="en-US" i="1" dirty="0"/>
              <a:t>Questions</a:t>
            </a:r>
          </a:p>
          <a:p>
            <a:pPr lvl="1" eaLnBrk="1" hangingPunct="1">
              <a:defRPr/>
            </a:pPr>
            <a:r>
              <a:rPr lang="en-US" i="1" dirty="0"/>
              <a:t>Should there be laws against use/distribution of strong encryption?</a:t>
            </a:r>
          </a:p>
          <a:p>
            <a:pPr lvl="1" eaLnBrk="1" hangingPunct="1">
              <a:defRPr/>
            </a:pPr>
            <a:r>
              <a:rPr lang="en-US" i="1" dirty="0"/>
              <a:t>How should governments respond to its existence?</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688F1EBA-75AD-419A-A062-88D611E6444E}"/>
              </a:ext>
            </a:extLst>
          </p:cNvPr>
          <p:cNvSpPr>
            <a:spLocks noGrp="1" noChangeArrowheads="1"/>
          </p:cNvSpPr>
          <p:nvPr>
            <p:ph type="title"/>
          </p:nvPr>
        </p:nvSpPr>
        <p:spPr/>
        <p:txBody>
          <a:bodyPr/>
          <a:lstStyle/>
          <a:p>
            <a:r>
              <a:rPr lang="en-US" altLang="en-US" sz="2700"/>
              <a:t>FBI–Apple encryption dispute (2015-2016)</a:t>
            </a:r>
            <a:endParaRPr lang="en-US" altLang="en-US"/>
          </a:p>
        </p:txBody>
      </p:sp>
      <p:sp>
        <p:nvSpPr>
          <p:cNvPr id="3" name="Content Placeholder 2">
            <a:extLst>
              <a:ext uri="{FF2B5EF4-FFF2-40B4-BE49-F238E27FC236}">
                <a16:creationId xmlns:a16="http://schemas.microsoft.com/office/drawing/2014/main" id="{F065057B-D6A8-4C5F-9382-32A38815C3C7}"/>
              </a:ext>
            </a:extLst>
          </p:cNvPr>
          <p:cNvSpPr>
            <a:spLocks noGrp="1"/>
          </p:cNvSpPr>
          <p:nvPr>
            <p:ph idx="1"/>
          </p:nvPr>
        </p:nvSpPr>
        <p:spPr/>
        <p:txBody>
          <a:bodyPr>
            <a:normAutofit/>
          </a:bodyPr>
          <a:lstStyle/>
          <a:p>
            <a:pPr marL="0" indent="0">
              <a:buNone/>
              <a:defRPr/>
            </a:pPr>
            <a:r>
              <a:rPr lang="en-US" sz="1200" dirty="0"/>
              <a:t>Follows </a:t>
            </a:r>
            <a:r>
              <a:rPr lang="en-US" sz="1200" dirty="0">
                <a:hlinkClick r:id="rId2"/>
              </a:rPr>
              <a:t>https://en.wikipedia.org/wiki/FBI%E2%80%93Apple_encryption_dispute</a:t>
            </a:r>
            <a:r>
              <a:rPr lang="en-US" sz="1200" dirty="0"/>
              <a:t> </a:t>
            </a:r>
          </a:p>
          <a:p>
            <a:pPr>
              <a:defRPr/>
            </a:pPr>
            <a:r>
              <a:rPr lang="en-US" sz="1500" dirty="0"/>
              <a:t>In 2015 and 2016, Apple Inc. received and objected to or challenged at least 11 orders issued by United States district courts seeking to compel it “to use its existing capabilities to extract data like contacts, photos and calls from locked iPhones running on operating systems iOS 7 and older” in order to assist in criminal investigations and prosecutions</a:t>
            </a:r>
          </a:p>
          <a:p>
            <a:pPr lvl="1">
              <a:defRPr/>
            </a:pPr>
            <a:r>
              <a:rPr lang="en-US" sz="1200" dirty="0"/>
              <a:t>Newer phones use strong encryption, which Apple can’t break</a:t>
            </a:r>
          </a:p>
          <a:p>
            <a:pPr lvl="1">
              <a:defRPr/>
            </a:pPr>
            <a:r>
              <a:rPr lang="en-US" sz="1200" dirty="0"/>
              <a:t>The government has sought to compel Apple to write new software that would let the government bypass these devices’ security and unlock the phones</a:t>
            </a:r>
          </a:p>
          <a:p>
            <a:pPr>
              <a:defRPr/>
            </a:pPr>
            <a:r>
              <a:rPr lang="en-US" sz="1500" dirty="0"/>
              <a:t>Best known case:</a:t>
            </a:r>
          </a:p>
          <a:p>
            <a:pPr lvl="1">
              <a:defRPr/>
            </a:pPr>
            <a:r>
              <a:rPr lang="en-US" sz="1200" dirty="0"/>
              <a:t>Feb 2016: FBI wanted Apple to create and electronically sign new software that would enable the FBI to unlock a work-issued iPhone 5C it recovered from one of Dec 2015 San Bernardino terrorists (killed 14 people, injured 22)</a:t>
            </a:r>
          </a:p>
          <a:p>
            <a:pPr lvl="1">
              <a:defRPr/>
            </a:pPr>
            <a:r>
              <a:rPr lang="en-US" sz="1200" dirty="0"/>
              <a:t>The phone was locked with a four-digit password; set to erase all data after ten failed password attempts</a:t>
            </a:r>
          </a:p>
          <a:p>
            <a:pPr lvl="1">
              <a:defRPr/>
            </a:pPr>
            <a:r>
              <a:rPr lang="en-US" sz="1200" dirty="0"/>
              <a:t>Apple declined to create the software</a:t>
            </a:r>
          </a:p>
          <a:p>
            <a:pPr lvl="1">
              <a:defRPr/>
            </a:pPr>
            <a:r>
              <a:rPr lang="en-US" sz="1200" dirty="0"/>
              <a:t>A day before the hearing, the government obtained a zero-day exploit and unlocked the phone itself</a:t>
            </a:r>
          </a:p>
          <a:p>
            <a:pPr lvl="1">
              <a:defRPr/>
            </a:pPr>
            <a:r>
              <a:rPr lang="en-US" sz="1200" dirty="0"/>
              <a:t>The Los Angeles Times later reported that “the FBI eventually found that Farook's phone had information only about work and revealed nothing about the plot”</a:t>
            </a:r>
          </a:p>
          <a:p>
            <a:pPr marL="0" indent="0">
              <a:buNone/>
              <a:defRPr/>
            </a:pPr>
            <a:endParaRPr lang="en-US" sz="1500" dirty="0"/>
          </a:p>
          <a:p>
            <a:pPr>
              <a:defRPr/>
            </a:pP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Privacy and the Government</a:t>
            </a:r>
          </a:p>
        </p:txBody>
      </p:sp>
      <p:sp>
        <p:nvSpPr>
          <p:cNvPr id="3" name="Content Placeholder 2"/>
          <p:cNvSpPr>
            <a:spLocks noGrp="1"/>
          </p:cNvSpPr>
          <p:nvPr>
            <p:ph idx="1"/>
          </p:nvPr>
        </p:nvSpPr>
        <p:spPr/>
        <p:txBody>
          <a:bodyPr>
            <a:normAutofit/>
          </a:bodyPr>
          <a:lstStyle/>
          <a:p>
            <a:pPr marL="0" indent="0" algn="ctr">
              <a:buNone/>
            </a:pPr>
            <a:r>
              <a:rPr lang="en-CA" sz="2400" dirty="0"/>
              <a:t>“It should be illegal to sell a mobile phone </a:t>
            </a:r>
            <a:br>
              <a:rPr lang="en-CA" sz="2400" dirty="0"/>
            </a:br>
            <a:r>
              <a:rPr lang="en-CA" sz="2400" dirty="0"/>
              <a:t>that cannot be decrypted by the police </a:t>
            </a:r>
            <a:br>
              <a:rPr lang="en-CA" sz="2400" dirty="0"/>
            </a:br>
            <a:r>
              <a:rPr lang="en-CA" sz="2400" dirty="0"/>
              <a:t>if so ordered by a court.”</a:t>
            </a:r>
          </a:p>
        </p:txBody>
      </p:sp>
    </p:spTree>
    <p:extLst>
      <p:ext uri="{BB962C8B-B14F-4D97-AF65-F5344CB8AC3E}">
        <p14:creationId xmlns:p14="http://schemas.microsoft.com/office/powerpoint/2010/main" val="715345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AAF7DA8A-8EC9-482D-BC9B-4CE73DFF240E}"/>
              </a:ext>
            </a:extLst>
          </p:cNvPr>
          <p:cNvSpPr>
            <a:spLocks noGrp="1" noChangeArrowheads="1"/>
          </p:cNvSpPr>
          <p:nvPr>
            <p:ph type="title"/>
          </p:nvPr>
        </p:nvSpPr>
        <p:spPr/>
        <p:txBody>
          <a:bodyPr/>
          <a:lstStyle/>
          <a:p>
            <a:r>
              <a:rPr lang="en-CA" altLang="en-US"/>
              <a:t>Government-Issued ID</a:t>
            </a:r>
          </a:p>
        </p:txBody>
      </p:sp>
      <p:sp>
        <p:nvSpPr>
          <p:cNvPr id="3" name="Content Placeholder 2">
            <a:extLst>
              <a:ext uri="{FF2B5EF4-FFF2-40B4-BE49-F238E27FC236}">
                <a16:creationId xmlns:a16="http://schemas.microsoft.com/office/drawing/2014/main" id="{64D50F01-AD9C-4E2E-8529-7C43B242EDDB}"/>
              </a:ext>
            </a:extLst>
          </p:cNvPr>
          <p:cNvSpPr>
            <a:spLocks noGrp="1"/>
          </p:cNvSpPr>
          <p:nvPr>
            <p:ph idx="1"/>
          </p:nvPr>
        </p:nvSpPr>
        <p:spPr/>
        <p:txBody>
          <a:bodyPr>
            <a:normAutofit fontScale="85000" lnSpcReduction="10000"/>
          </a:bodyPr>
          <a:lstStyle/>
          <a:p>
            <a:pPr>
              <a:buFont typeface="Times" pitchFamily="-48" charset="0"/>
              <a:buChar char="•"/>
              <a:defRPr/>
            </a:pPr>
            <a:r>
              <a:rPr lang="en-CA" dirty="0"/>
              <a:t>Government-issued ID is needed for many activities</a:t>
            </a:r>
          </a:p>
          <a:p>
            <a:pPr lvl="1">
              <a:defRPr/>
            </a:pPr>
            <a:r>
              <a:rPr lang="en-CA" dirty="0"/>
              <a:t>Getting into a bar</a:t>
            </a:r>
          </a:p>
          <a:p>
            <a:pPr lvl="1">
              <a:defRPr/>
            </a:pPr>
            <a:r>
              <a:rPr lang="en-CA" dirty="0"/>
              <a:t>Flying on a plane</a:t>
            </a:r>
          </a:p>
          <a:p>
            <a:pPr lvl="1">
              <a:defRPr/>
            </a:pPr>
            <a:r>
              <a:rPr lang="en-CA" dirty="0"/>
              <a:t>Renting a car</a:t>
            </a:r>
          </a:p>
          <a:p>
            <a:pPr lvl="1">
              <a:defRPr/>
            </a:pPr>
            <a:r>
              <a:rPr lang="en-CA" dirty="0"/>
              <a:t>Opening a bank account</a:t>
            </a:r>
          </a:p>
          <a:p>
            <a:pPr>
              <a:buFont typeface="Times" pitchFamily="-48" charset="0"/>
              <a:buChar char="•"/>
              <a:defRPr/>
            </a:pPr>
            <a:r>
              <a:rPr lang="en-CA" dirty="0"/>
              <a:t>Advantages:</a:t>
            </a:r>
          </a:p>
          <a:p>
            <a:pPr lvl="1">
              <a:defRPr/>
            </a:pPr>
            <a:r>
              <a:rPr lang="en-CA" dirty="0"/>
              <a:t>reduce illegal activities</a:t>
            </a:r>
          </a:p>
          <a:p>
            <a:pPr lvl="1">
              <a:defRPr/>
            </a:pPr>
            <a:r>
              <a:rPr lang="en-CA" dirty="0"/>
              <a:t>Hard for people to change identities</a:t>
            </a:r>
          </a:p>
          <a:p>
            <a:pPr>
              <a:buFont typeface="Times" pitchFamily="-48" charset="0"/>
              <a:buChar char="•"/>
              <a:defRPr/>
            </a:pPr>
            <a:r>
              <a:rPr lang="en-CA" dirty="0"/>
              <a:t>Disadvantages: </a:t>
            </a:r>
          </a:p>
          <a:p>
            <a:pPr lvl="1">
              <a:defRPr/>
            </a:pPr>
            <a:r>
              <a:rPr lang="en-CA" dirty="0"/>
              <a:t>Facilitates fraud (easier to assume my identity)</a:t>
            </a:r>
          </a:p>
          <a:p>
            <a:pPr lvl="1">
              <a:defRPr/>
            </a:pPr>
            <a:r>
              <a:rPr lang="en-CA" dirty="0"/>
              <a:t>Facilitates data mining (provides a unique key)</a:t>
            </a:r>
          </a:p>
          <a:p>
            <a:pPr marL="0" indent="0">
              <a:buNone/>
              <a:defRPr/>
            </a:pPr>
            <a:br>
              <a:rPr lang="en-CA" i="1" dirty="0"/>
            </a:br>
            <a:r>
              <a:rPr lang="en-CA" i="1" dirty="0"/>
              <a:t>Should everyone be required to have a government ID card? Should there be rules about what I’m allowed to do without showing government ID?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6F3D615A-BACC-4859-B76D-7C54CA2FD62A}"/>
              </a:ext>
            </a:extLst>
          </p:cNvPr>
          <p:cNvSpPr>
            <a:spLocks noGrp="1" noChangeArrowheads="1"/>
          </p:cNvSpPr>
          <p:nvPr>
            <p:ph type="title"/>
          </p:nvPr>
        </p:nvSpPr>
        <p:spPr/>
        <p:txBody>
          <a:bodyPr/>
          <a:lstStyle/>
          <a:p>
            <a:r>
              <a:rPr lang="en-CA" altLang="en-US"/>
              <a:t>Public Records: Statutory Disclosures</a:t>
            </a:r>
          </a:p>
        </p:txBody>
      </p:sp>
      <p:sp>
        <p:nvSpPr>
          <p:cNvPr id="3" name="Content Placeholder 2">
            <a:extLst>
              <a:ext uri="{FF2B5EF4-FFF2-40B4-BE49-F238E27FC236}">
                <a16:creationId xmlns:a16="http://schemas.microsoft.com/office/drawing/2014/main" id="{D8B029A0-2BC5-4D5A-81B6-0401A1075203}"/>
              </a:ext>
            </a:extLst>
          </p:cNvPr>
          <p:cNvSpPr>
            <a:spLocks noGrp="1"/>
          </p:cNvSpPr>
          <p:nvPr>
            <p:ph idx="1"/>
          </p:nvPr>
        </p:nvSpPr>
        <p:spPr/>
        <p:txBody>
          <a:bodyPr/>
          <a:lstStyle/>
          <a:p>
            <a:pPr>
              <a:buFont typeface="Times" pitchFamily="-48" charset="0"/>
              <a:buChar char="•"/>
              <a:defRPr/>
            </a:pPr>
            <a:r>
              <a:rPr lang="en-CA" dirty="0"/>
              <a:t>Census	</a:t>
            </a:r>
          </a:p>
          <a:p>
            <a:pPr lvl="1">
              <a:defRPr/>
            </a:pPr>
            <a:r>
              <a:rPr lang="en-CA" dirty="0"/>
              <a:t>Purpose: ensure that seats in Parliament are apportioned correctly</a:t>
            </a:r>
          </a:p>
          <a:p>
            <a:pPr lvl="1">
              <a:defRPr/>
            </a:pPr>
            <a:r>
              <a:rPr lang="en-CA" dirty="0"/>
              <a:t>Worry: this data may also be used for other purposes</a:t>
            </a:r>
          </a:p>
          <a:p>
            <a:pPr lvl="1">
              <a:defRPr/>
            </a:pPr>
            <a:r>
              <a:rPr lang="en-CA" dirty="0"/>
              <a:t>Much recent political discussion about the </a:t>
            </a:r>
            <a:r>
              <a:rPr lang="en-CA" dirty="0">
                <a:hlinkClick r:id="rId2"/>
              </a:rPr>
              <a:t>long-form census</a:t>
            </a:r>
            <a:endParaRPr lang="en-CA" dirty="0"/>
          </a:p>
          <a:p>
            <a:pPr>
              <a:buFont typeface="Times" pitchFamily="-48" charset="0"/>
              <a:buChar char="•"/>
              <a:defRPr/>
            </a:pPr>
            <a:r>
              <a:rPr lang="en-CA" dirty="0"/>
              <a:t>Revenue Canada</a:t>
            </a:r>
          </a:p>
          <a:p>
            <a:pPr lvl="1">
              <a:defRPr/>
            </a:pPr>
            <a:r>
              <a:rPr lang="en-CA" dirty="0"/>
              <a:t>Intentional disclosure (rogue employees)</a:t>
            </a:r>
          </a:p>
          <a:p>
            <a:pPr lvl="1">
              <a:defRPr/>
            </a:pPr>
            <a:r>
              <a:rPr lang="en-CA" dirty="0"/>
              <a:t>Unintentional disclosure (lost laptops)</a:t>
            </a:r>
          </a:p>
          <a:p>
            <a:pPr marL="0" indent="0">
              <a:buNone/>
              <a:defRPr/>
            </a:pPr>
            <a:endParaRPr lang="en-CA" dirty="0"/>
          </a:p>
          <a:p>
            <a:pPr marL="0" indent="0">
              <a:buNone/>
              <a:defRPr/>
            </a:pPr>
            <a:endParaRPr lang="en-CA" dirty="0"/>
          </a:p>
          <a:p>
            <a:pPr marL="0" indent="0">
              <a:buNone/>
              <a:defRPr/>
            </a:pPr>
            <a:r>
              <a:rPr lang="en-CA" sz="1800" i="1" dirty="0"/>
              <a:t>…how worried should we be about the existence of such records?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6F3D615A-BACC-4859-B76D-7C54CA2FD62A}"/>
              </a:ext>
            </a:extLst>
          </p:cNvPr>
          <p:cNvSpPr>
            <a:spLocks noGrp="1" noChangeArrowheads="1"/>
          </p:cNvSpPr>
          <p:nvPr>
            <p:ph type="title"/>
          </p:nvPr>
        </p:nvSpPr>
        <p:spPr/>
        <p:txBody>
          <a:bodyPr/>
          <a:lstStyle/>
          <a:p>
            <a:r>
              <a:rPr lang="en-CA" altLang="en-US"/>
              <a:t>Public Records: Statutory Disclosures</a:t>
            </a:r>
          </a:p>
        </p:txBody>
      </p:sp>
      <p:sp>
        <p:nvSpPr>
          <p:cNvPr id="3" name="Content Placeholder 2">
            <a:extLst>
              <a:ext uri="{FF2B5EF4-FFF2-40B4-BE49-F238E27FC236}">
                <a16:creationId xmlns:a16="http://schemas.microsoft.com/office/drawing/2014/main" id="{D8B029A0-2BC5-4D5A-81B6-0401A1075203}"/>
              </a:ext>
            </a:extLst>
          </p:cNvPr>
          <p:cNvSpPr>
            <a:spLocks noGrp="1"/>
          </p:cNvSpPr>
          <p:nvPr>
            <p:ph idx="1"/>
          </p:nvPr>
        </p:nvSpPr>
        <p:spPr/>
        <p:txBody>
          <a:bodyPr/>
          <a:lstStyle/>
          <a:p>
            <a:pPr>
              <a:defRPr/>
            </a:pPr>
            <a:r>
              <a:rPr lang="en-CA" sz="1800" dirty="0"/>
              <a:t>First Nation Data Collection</a:t>
            </a:r>
          </a:p>
          <a:p>
            <a:pPr lvl="1">
              <a:defRPr/>
            </a:pPr>
            <a:r>
              <a:rPr lang="en-CA" sz="1400" dirty="0"/>
              <a:t>History of mistrust (e.g. residential schools) causes lower responses</a:t>
            </a:r>
          </a:p>
          <a:p>
            <a:pPr lvl="1">
              <a:defRPr/>
            </a:pPr>
            <a:r>
              <a:rPr lang="en-CA" sz="1400" dirty="0"/>
              <a:t>Lack of data ownership and reciprocity</a:t>
            </a:r>
          </a:p>
          <a:p>
            <a:pPr lvl="1">
              <a:defRPr/>
            </a:pPr>
            <a:r>
              <a:rPr lang="en-CA" sz="1400" dirty="0"/>
              <a:t>Concerns about privacy and interpretation of results</a:t>
            </a:r>
          </a:p>
          <a:p>
            <a:pPr>
              <a:defRPr/>
            </a:pPr>
            <a:r>
              <a:rPr lang="en-US" sz="1800" dirty="0"/>
              <a:t>Communities are asking to have input to and ultimate decision making rights over: </a:t>
            </a:r>
          </a:p>
          <a:p>
            <a:pPr lvl="1">
              <a:defRPr/>
            </a:pPr>
            <a:r>
              <a:rPr lang="en-US" sz="1400" dirty="0"/>
              <a:t>the sources of data</a:t>
            </a:r>
          </a:p>
          <a:p>
            <a:pPr lvl="1">
              <a:defRPr/>
            </a:pPr>
            <a:r>
              <a:rPr lang="en-US" sz="1400" dirty="0"/>
              <a:t>who has access to the data</a:t>
            </a:r>
          </a:p>
          <a:p>
            <a:pPr lvl="1">
              <a:defRPr/>
            </a:pPr>
            <a:r>
              <a:rPr lang="en-US" sz="1400" dirty="0"/>
              <a:t>who is able to utilize the data</a:t>
            </a:r>
          </a:p>
          <a:p>
            <a:pPr lvl="1">
              <a:defRPr/>
            </a:pPr>
            <a:r>
              <a:rPr lang="en-US" sz="1400" dirty="0"/>
              <a:t>how and when the data will be applied both within academia and community</a:t>
            </a:r>
            <a:endParaRPr lang="en-CA" sz="1400" dirty="0"/>
          </a:p>
          <a:p>
            <a:pPr marL="0" indent="0">
              <a:buNone/>
              <a:defRPr/>
            </a:pPr>
            <a:r>
              <a:rPr lang="en-CA" sz="1600" i="1" dirty="0"/>
              <a:t>What do you think of these requests? Should they be extended beyond First Nation communities?</a:t>
            </a:r>
          </a:p>
          <a:p>
            <a:pPr marL="0" indent="0" algn="r">
              <a:buNone/>
              <a:defRPr/>
            </a:pPr>
            <a:r>
              <a:rPr lang="en-CA" sz="1600" dirty="0"/>
              <a:t>Source: </a:t>
            </a:r>
            <a:r>
              <a:rPr lang="en-CA" sz="1600" dirty="0">
                <a:hlinkClick r:id="rId2"/>
              </a:rPr>
              <a:t>https://afnigc.ca/wp-content/uploads/2024/01/Data_Resources_Report.pdf</a:t>
            </a:r>
            <a:r>
              <a:rPr lang="en-CA" sz="1600" dirty="0"/>
              <a:t> </a:t>
            </a:r>
          </a:p>
        </p:txBody>
      </p:sp>
    </p:spTree>
    <p:extLst>
      <p:ext uri="{BB962C8B-B14F-4D97-AF65-F5344CB8AC3E}">
        <p14:creationId xmlns:p14="http://schemas.microsoft.com/office/powerpoint/2010/main" val="3559008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89290-42F5-43D1-847E-A557799B9CFD}"/>
              </a:ext>
            </a:extLst>
          </p:cNvPr>
          <p:cNvSpPr>
            <a:spLocks noGrp="1"/>
          </p:cNvSpPr>
          <p:nvPr>
            <p:ph type="title"/>
          </p:nvPr>
        </p:nvSpPr>
        <p:spPr/>
        <p:txBody>
          <a:bodyPr/>
          <a:lstStyle/>
          <a:p>
            <a:r>
              <a:rPr lang="en-CA" dirty="0"/>
              <a:t>Mass surveillance</a:t>
            </a:r>
          </a:p>
        </p:txBody>
      </p:sp>
      <p:sp>
        <p:nvSpPr>
          <p:cNvPr id="3" name="Content Placeholder 2">
            <a:extLst>
              <a:ext uri="{FF2B5EF4-FFF2-40B4-BE49-F238E27FC236}">
                <a16:creationId xmlns:a16="http://schemas.microsoft.com/office/drawing/2014/main" id="{C624353D-4D16-415C-9F93-4470F49AFD39}"/>
              </a:ext>
            </a:extLst>
          </p:cNvPr>
          <p:cNvSpPr>
            <a:spLocks noGrp="1"/>
          </p:cNvSpPr>
          <p:nvPr>
            <p:ph idx="1"/>
          </p:nvPr>
        </p:nvSpPr>
        <p:spPr/>
        <p:txBody>
          <a:bodyPr/>
          <a:lstStyle/>
          <a:p>
            <a:r>
              <a:rPr lang="en-US" dirty="0"/>
              <a:t>Think about:</a:t>
            </a:r>
          </a:p>
          <a:p>
            <a:pPr lvl="1">
              <a:buFont typeface="Arial" panose="020B0604020202020204" pitchFamily="34" charset="0"/>
              <a:buChar char="•"/>
            </a:pPr>
            <a:r>
              <a:rPr lang="en-US" dirty="0"/>
              <a:t>networks of CCTV cameras</a:t>
            </a:r>
          </a:p>
          <a:p>
            <a:pPr lvl="1">
              <a:buFont typeface="Arial" panose="020B0604020202020204" pitchFamily="34" charset="0"/>
              <a:buChar char="•"/>
            </a:pPr>
            <a:r>
              <a:rPr lang="en-US" dirty="0"/>
              <a:t>automatic license plate readers</a:t>
            </a:r>
          </a:p>
          <a:p>
            <a:pPr lvl="1">
              <a:buFont typeface="Arial" panose="020B0604020202020204" pitchFamily="34" charset="0"/>
              <a:buChar char="•"/>
            </a:pPr>
            <a:r>
              <a:rPr lang="en-US" dirty="0"/>
              <a:t>bulk collection of phone metadata</a:t>
            </a:r>
          </a:p>
          <a:p>
            <a:pPr lvl="1">
              <a:buFont typeface="Arial" panose="020B0604020202020204" pitchFamily="34" charset="0"/>
              <a:buChar char="•"/>
            </a:pPr>
            <a:r>
              <a:rPr lang="en-US" dirty="0"/>
              <a:t>large-scale facial recognition systems</a:t>
            </a:r>
          </a:p>
          <a:p>
            <a:pPr>
              <a:buFont typeface="Arial" panose="020B0604020202020204" pitchFamily="34" charset="0"/>
              <a:buChar char="•"/>
            </a:pPr>
            <a:r>
              <a:rPr lang="en-US" dirty="0"/>
              <a:t>General idea: collect data from a lot of people in the hope to catch a few</a:t>
            </a:r>
          </a:p>
          <a:p>
            <a:pPr>
              <a:buFont typeface="Arial" panose="020B0604020202020204" pitchFamily="34" charset="0"/>
              <a:buChar char="•"/>
            </a:pPr>
            <a:r>
              <a:rPr lang="en-US" dirty="0"/>
              <a:t>Often challenged as privacy violation</a:t>
            </a:r>
          </a:p>
          <a:p>
            <a:pPr marL="0" indent="0">
              <a:buNone/>
            </a:pPr>
            <a:r>
              <a:rPr lang="en-US" i="1" dirty="0"/>
              <a:t>Is mass surveillance justified? If so, should there be limits? What are the risks?</a:t>
            </a:r>
          </a:p>
          <a:p>
            <a:endParaRPr lang="en-CA" dirty="0"/>
          </a:p>
        </p:txBody>
      </p:sp>
    </p:spTree>
    <p:extLst>
      <p:ext uri="{BB962C8B-B14F-4D97-AF65-F5344CB8AC3E}">
        <p14:creationId xmlns:p14="http://schemas.microsoft.com/office/powerpoint/2010/main" val="275823241"/>
      </p:ext>
    </p:extLst>
  </p:cSld>
  <p:clrMapOvr>
    <a:masterClrMapping/>
  </p:clrMapOvr>
</p:sld>
</file>

<file path=ppt/theme/theme1.xml><?xml version="1.0" encoding="utf-8"?>
<a:theme xmlns:a="http://schemas.openxmlformats.org/drawingml/2006/main" name="ch01">
  <a:themeElements>
    <a:clrScheme name="ch0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HelveticaNeueLT">
      <a:majorFont>
        <a:latin typeface="HelveticaNeueLT Com 65 Md"/>
        <a:ea typeface=""/>
        <a:cs typeface=""/>
      </a:majorFont>
      <a:minorFont>
        <a:latin typeface="HelveticaNeueLT Com 55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ea typeface="ヒラギノ角ゴ Pro W3" pitchFamily="-48" charset="-128"/>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ea typeface="ヒラギノ角ゴ Pro W3" pitchFamily="-48" charset="-128"/>
          </a:defRPr>
        </a:defPPr>
      </a:lstStyle>
    </a:lnDef>
  </a:objectDefaults>
  <a:extraClrSchemeLst>
    <a:extraClrScheme>
      <a:clrScheme name="ch0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0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0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0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0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0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01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0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0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0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0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0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Macintosh HD:Users:stephanielindsey:Documents:AW-QUINN_Ethics CS PPT:ch01.pot</Template>
  <TotalTime>3575</TotalTime>
  <Words>885</Words>
  <Application>Microsoft Office PowerPoint</Application>
  <PresentationFormat>On-screen Show (16:9)</PresentationFormat>
  <Paragraphs>89</Paragraphs>
  <Slides>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Arial</vt:lpstr>
      <vt:lpstr>Calibri</vt:lpstr>
      <vt:lpstr>HelveticaNeueLT Com 35 Th</vt:lpstr>
      <vt:lpstr>HelveticaNeueLT Com 45 Lt</vt:lpstr>
      <vt:lpstr>HelveticaNeueLT Com 55 Roman</vt:lpstr>
      <vt:lpstr>HelveticaNeueLT Com 65 Md</vt:lpstr>
      <vt:lpstr>Times</vt:lpstr>
      <vt:lpstr>Wingdings</vt:lpstr>
      <vt:lpstr>ch01</vt:lpstr>
      <vt:lpstr>Privacy and the Government Lecture 6-1</vt:lpstr>
      <vt:lpstr>Encryption</vt:lpstr>
      <vt:lpstr>Strong Encryption</vt:lpstr>
      <vt:lpstr>FBI–Apple encryption dispute (2015-2016)</vt:lpstr>
      <vt:lpstr>Privacy and the Government</vt:lpstr>
      <vt:lpstr>Government-Issued ID</vt:lpstr>
      <vt:lpstr>Public Records: Statutory Disclosures</vt:lpstr>
      <vt:lpstr>Public Records: Statutory Disclosures</vt:lpstr>
      <vt:lpstr>Mass surveillance</vt:lpstr>
    </vt:vector>
  </TitlesOfParts>
  <Company>UBC</Company>
  <LinksUpToDate>false</LinksUpToDate>
  <SharedDoc>false</SharedDoc>
  <HyperlinkBase>https://www.cs.ubc.ca/~kevinlb/teaching/cs430</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6</dc:title>
  <dc:subject/>
  <dc:creator>Kevin Leyton-Brown</dc:creator>
  <cp:lastModifiedBy>Toti, Giulia</cp:lastModifiedBy>
  <cp:revision>156</cp:revision>
  <dcterms:created xsi:type="dcterms:W3CDTF">2004-07-01T03:12:43Z</dcterms:created>
  <dcterms:modified xsi:type="dcterms:W3CDTF">2026-07-24T16:56:06Z</dcterms:modified>
</cp:coreProperties>
</file>