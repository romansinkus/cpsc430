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02" r:id="rId3"/>
    <p:sldId id="289" r:id="rId4"/>
    <p:sldId id="290" r:id="rId5"/>
    <p:sldId id="296" r:id="rId6"/>
    <p:sldId id="291" r:id="rId7"/>
    <p:sldId id="292" r:id="rId8"/>
    <p:sldId id="293" r:id="rId9"/>
    <p:sldId id="294" r:id="rId10"/>
    <p:sldId id="295" r:id="rId11"/>
    <p:sldId id="307" r:id="rId12"/>
    <p:sldId id="309" r:id="rId13"/>
    <p:sldId id="308" r:id="rId14"/>
    <p:sldId id="310" r:id="rId15"/>
  </p:sldIdLst>
  <p:sldSz cx="12192000" cy="6858000"/>
  <p:notesSz cx="7132638" cy="9418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93" autoAdjust="0"/>
    <p:restoredTop sz="94705" autoAdjust="0"/>
  </p:normalViewPr>
  <p:slideViewPr>
    <p:cSldViewPr>
      <p:cViewPr>
        <p:scale>
          <a:sx n="98" d="100"/>
          <a:sy n="98" d="100"/>
        </p:scale>
        <p:origin x="57" y="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ulia Toti" userId="TzqWl/9XPdPJK37hFmYgxm3mKOeYDdqsp+KgPF12D7I=" providerId="None" clId="Web-{55D41802-4A20-441C-B733-6CE3AACFA111}"/>
    <pc:docChg chg="addSld modSld">
      <pc:chgData name="Giulia Toti" userId="TzqWl/9XPdPJK37hFmYgxm3mKOeYDdqsp+KgPF12D7I=" providerId="None" clId="Web-{55D41802-4A20-441C-B733-6CE3AACFA111}" dt="2022-09-12T23:00:51.348" v="214"/>
      <pc:docMkLst>
        <pc:docMk/>
      </pc:docMkLst>
      <pc:sldChg chg="modSp">
        <pc:chgData name="Giulia Toti" userId="TzqWl/9XPdPJK37hFmYgxm3mKOeYDdqsp+KgPF12D7I=" providerId="None" clId="Web-{55D41802-4A20-441C-B733-6CE3AACFA111}" dt="2022-09-12T22:38:28.065" v="4" actId="20577"/>
        <pc:sldMkLst>
          <pc:docMk/>
          <pc:sldMk cId="1934037569" sldId="256"/>
        </pc:sldMkLst>
        <pc:spChg chg="mod">
          <ac:chgData name="Giulia Toti" userId="TzqWl/9XPdPJK37hFmYgxm3mKOeYDdqsp+KgPF12D7I=" providerId="None" clId="Web-{55D41802-4A20-441C-B733-6CE3AACFA111}" dt="2022-09-12T22:38:28.065" v="4" actId="20577"/>
          <ac:spMkLst>
            <pc:docMk/>
            <pc:sldMk cId="1934037569" sldId="256"/>
            <ac:spMk id="3" creationId="{00000000-0000-0000-0000-000000000000}"/>
          </ac:spMkLst>
        </pc:spChg>
      </pc:sldChg>
      <pc:sldChg chg="modSp new mod modShow">
        <pc:chgData name="Giulia Toti" userId="TzqWl/9XPdPJK37hFmYgxm3mKOeYDdqsp+KgPF12D7I=" providerId="None" clId="Web-{55D41802-4A20-441C-B733-6CE3AACFA111}" dt="2022-09-12T23:00:51.348" v="214"/>
        <pc:sldMkLst>
          <pc:docMk/>
          <pc:sldMk cId="2257649358" sldId="296"/>
        </pc:sldMkLst>
        <pc:spChg chg="mod">
          <ac:chgData name="Giulia Toti" userId="TzqWl/9XPdPJK37hFmYgxm3mKOeYDdqsp+KgPF12D7I=" providerId="None" clId="Web-{55D41802-4A20-441C-B733-6CE3AACFA111}" dt="2022-09-12T22:48:26.821" v="20" actId="20577"/>
          <ac:spMkLst>
            <pc:docMk/>
            <pc:sldMk cId="2257649358" sldId="296"/>
            <ac:spMk id="2" creationId="{882C9039-9749-4929-B807-2047000C9064}"/>
          </ac:spMkLst>
        </pc:spChg>
        <pc:spChg chg="mod">
          <ac:chgData name="Giulia Toti" userId="TzqWl/9XPdPJK37hFmYgxm3mKOeYDdqsp+KgPF12D7I=" providerId="None" clId="Web-{55D41802-4A20-441C-B733-6CE3AACFA111}" dt="2022-09-12T23:00:32.754" v="213" actId="20577"/>
          <ac:spMkLst>
            <pc:docMk/>
            <pc:sldMk cId="2257649358" sldId="296"/>
            <ac:spMk id="3" creationId="{24B9074B-7F5A-3ED9-1B18-D0B1152F0942}"/>
          </ac:spMkLst>
        </pc:spChg>
      </pc:sldChg>
    </pc:docChg>
  </pc:docChgLst>
  <pc:docChgLst>
    <pc:chgData name="Toti, Giulia" userId="ae793f63-b342-411f-bdc7-f371695c6665" providerId="ADAL" clId="{A6A5C06B-FA3A-48F6-9900-1CADD4461BC3}"/>
    <pc:docChg chg="undo custSel addSld delSld modSld sldOrd">
      <pc:chgData name="Toti, Giulia" userId="ae793f63-b342-411f-bdc7-f371695c6665" providerId="ADAL" clId="{A6A5C06B-FA3A-48F6-9900-1CADD4461BC3}" dt="2026-07-07T21:27:11.248" v="1189" actId="20577"/>
      <pc:docMkLst>
        <pc:docMk/>
      </pc:docMkLst>
      <pc:sldChg chg="modSp mod">
        <pc:chgData name="Toti, Giulia" userId="ae793f63-b342-411f-bdc7-f371695c6665" providerId="ADAL" clId="{A6A5C06B-FA3A-48F6-9900-1CADD4461BC3}" dt="2026-07-07T20:19:21.243" v="12" actId="20577"/>
        <pc:sldMkLst>
          <pc:docMk/>
          <pc:sldMk cId="1934037569" sldId="256"/>
        </pc:sldMkLst>
        <pc:spChg chg="mod">
          <ac:chgData name="Toti, Giulia" userId="ae793f63-b342-411f-bdc7-f371695c6665" providerId="ADAL" clId="{A6A5C06B-FA3A-48F6-9900-1CADD4461BC3}" dt="2026-07-07T20:19:21.243" v="12" actId="20577"/>
          <ac:spMkLst>
            <pc:docMk/>
            <pc:sldMk cId="1934037569" sldId="256"/>
            <ac:spMk id="3" creationId="{00000000-0000-0000-0000-000000000000}"/>
          </ac:spMkLst>
        </pc:spChg>
      </pc:sldChg>
      <pc:sldChg chg="modSp add mod ord">
        <pc:chgData name="Toti, Giulia" userId="ae793f63-b342-411f-bdc7-f371695c6665" providerId="ADAL" clId="{A6A5C06B-FA3A-48F6-9900-1CADD4461BC3}" dt="2026-07-07T21:27:11.248" v="1189" actId="20577"/>
        <pc:sldMkLst>
          <pc:docMk/>
          <pc:sldMk cId="3909840839" sldId="302"/>
        </pc:sldMkLst>
        <pc:spChg chg="mod">
          <ac:chgData name="Toti, Giulia" userId="ae793f63-b342-411f-bdc7-f371695c6665" providerId="ADAL" clId="{A6A5C06B-FA3A-48F6-9900-1CADD4461BC3}" dt="2026-07-07T21:27:11.248" v="1189" actId="20577"/>
          <ac:spMkLst>
            <pc:docMk/>
            <pc:sldMk cId="3909840839" sldId="302"/>
            <ac:spMk id="2" creationId="{A95A04CE-DA9E-4A88-8C7C-5829DA2D7AC2}"/>
          </ac:spMkLst>
        </pc:spChg>
      </pc:sldChg>
      <pc:sldChg chg="modSp add del mod ord">
        <pc:chgData name="Toti, Giulia" userId="ae793f63-b342-411f-bdc7-f371695c6665" providerId="ADAL" clId="{A6A5C06B-FA3A-48F6-9900-1CADD4461BC3}" dt="2026-07-07T20:39:44.206" v="173" actId="47"/>
        <pc:sldMkLst>
          <pc:docMk/>
          <pc:sldMk cId="2312068680" sldId="306"/>
        </pc:sldMkLst>
        <pc:spChg chg="mod">
          <ac:chgData name="Toti, Giulia" userId="ae793f63-b342-411f-bdc7-f371695c6665" providerId="ADAL" clId="{A6A5C06B-FA3A-48F6-9900-1CADD4461BC3}" dt="2026-07-07T20:31:03.790" v="56" actId="20577"/>
          <ac:spMkLst>
            <pc:docMk/>
            <pc:sldMk cId="2312068680" sldId="306"/>
            <ac:spMk id="2" creationId="{92011EB3-2368-48D5-8483-5301A6308639}"/>
          </ac:spMkLst>
        </pc:spChg>
        <pc:graphicFrameChg chg="modGraphic">
          <ac:chgData name="Toti, Giulia" userId="ae793f63-b342-411f-bdc7-f371695c6665" providerId="ADAL" clId="{A6A5C06B-FA3A-48F6-9900-1CADD4461BC3}" dt="2026-07-07T20:31:24.390" v="82" actId="20577"/>
          <ac:graphicFrameMkLst>
            <pc:docMk/>
            <pc:sldMk cId="2312068680" sldId="306"/>
            <ac:graphicFrameMk id="3" creationId="{E61FA4E7-531A-EE8B-277D-2B717CC5D293}"/>
          </ac:graphicFrameMkLst>
        </pc:graphicFrameChg>
      </pc:sldChg>
      <pc:sldChg chg="addSp delSp modSp new mod modClrScheme chgLayout">
        <pc:chgData name="Toti, Giulia" userId="ae793f63-b342-411f-bdc7-f371695c6665" providerId="ADAL" clId="{A6A5C06B-FA3A-48F6-9900-1CADD4461BC3}" dt="2026-07-07T20:30:33.793" v="25" actId="20577"/>
        <pc:sldMkLst>
          <pc:docMk/>
          <pc:sldMk cId="2246023040" sldId="307"/>
        </pc:sldMkLst>
        <pc:spChg chg="del mod ord">
          <ac:chgData name="Toti, Giulia" userId="ae793f63-b342-411f-bdc7-f371695c6665" providerId="ADAL" clId="{A6A5C06B-FA3A-48F6-9900-1CADD4461BC3}" dt="2026-07-07T20:30:16.267" v="17" actId="700"/>
          <ac:spMkLst>
            <pc:docMk/>
            <pc:sldMk cId="2246023040" sldId="307"/>
            <ac:spMk id="2" creationId="{925C5C17-E25B-4275-B779-82C3DA9D4A9A}"/>
          </ac:spMkLst>
        </pc:spChg>
        <pc:spChg chg="del mod ord">
          <ac:chgData name="Toti, Giulia" userId="ae793f63-b342-411f-bdc7-f371695c6665" providerId="ADAL" clId="{A6A5C06B-FA3A-48F6-9900-1CADD4461BC3}" dt="2026-07-07T20:30:16.267" v="17" actId="700"/>
          <ac:spMkLst>
            <pc:docMk/>
            <pc:sldMk cId="2246023040" sldId="307"/>
            <ac:spMk id="3" creationId="{2C0A90B1-582A-47D4-AA45-ADEE7F43147E}"/>
          </ac:spMkLst>
        </pc:spChg>
        <pc:spChg chg="add mod ord">
          <ac:chgData name="Toti, Giulia" userId="ae793f63-b342-411f-bdc7-f371695c6665" providerId="ADAL" clId="{A6A5C06B-FA3A-48F6-9900-1CADD4461BC3}" dt="2026-07-07T20:30:33.793" v="25" actId="20577"/>
          <ac:spMkLst>
            <pc:docMk/>
            <pc:sldMk cId="2246023040" sldId="307"/>
            <ac:spMk id="4" creationId="{12F6D7F1-A97D-4439-9A97-1E812A42CA5A}"/>
          </ac:spMkLst>
        </pc:spChg>
        <pc:spChg chg="add mod ord">
          <ac:chgData name="Toti, Giulia" userId="ae793f63-b342-411f-bdc7-f371695c6665" providerId="ADAL" clId="{A6A5C06B-FA3A-48F6-9900-1CADD4461BC3}" dt="2026-07-07T20:30:16.267" v="17" actId="700"/>
          <ac:spMkLst>
            <pc:docMk/>
            <pc:sldMk cId="2246023040" sldId="307"/>
            <ac:spMk id="5" creationId="{4FABAB61-ED39-4666-B7C6-A1511380BEE1}"/>
          </ac:spMkLst>
        </pc:spChg>
      </pc:sldChg>
      <pc:sldChg chg="addSp modSp new mod">
        <pc:chgData name="Toti, Giulia" userId="ae793f63-b342-411f-bdc7-f371695c6665" providerId="ADAL" clId="{A6A5C06B-FA3A-48F6-9900-1CADD4461BC3}" dt="2026-07-07T21:20:31.407" v="937" actId="1076"/>
        <pc:sldMkLst>
          <pc:docMk/>
          <pc:sldMk cId="1836649605" sldId="308"/>
        </pc:sldMkLst>
        <pc:spChg chg="mod">
          <ac:chgData name="Toti, Giulia" userId="ae793f63-b342-411f-bdc7-f371695c6665" providerId="ADAL" clId="{A6A5C06B-FA3A-48F6-9900-1CADD4461BC3}" dt="2026-07-07T21:13:23.364" v="797" actId="20577"/>
          <ac:spMkLst>
            <pc:docMk/>
            <pc:sldMk cId="1836649605" sldId="308"/>
            <ac:spMk id="2" creationId="{779BBB1F-5F13-4EBE-A1D8-1A5906125C89}"/>
          </ac:spMkLst>
        </pc:spChg>
        <pc:spChg chg="mod">
          <ac:chgData name="Toti, Giulia" userId="ae793f63-b342-411f-bdc7-f371695c6665" providerId="ADAL" clId="{A6A5C06B-FA3A-48F6-9900-1CADD4461BC3}" dt="2026-07-07T21:11:36.797" v="785" actId="20577"/>
          <ac:spMkLst>
            <pc:docMk/>
            <pc:sldMk cId="1836649605" sldId="308"/>
            <ac:spMk id="3" creationId="{72F603E9-8392-4A39-A4EA-CE7A791CC378}"/>
          </ac:spMkLst>
        </pc:spChg>
        <pc:spChg chg="add mod">
          <ac:chgData name="Toti, Giulia" userId="ae793f63-b342-411f-bdc7-f371695c6665" providerId="ADAL" clId="{A6A5C06B-FA3A-48F6-9900-1CADD4461BC3}" dt="2026-07-07T21:20:31.407" v="937" actId="1076"/>
          <ac:spMkLst>
            <pc:docMk/>
            <pc:sldMk cId="1836649605" sldId="308"/>
            <ac:spMk id="4" creationId="{25EA4FD4-5740-4300-A22C-57518BCCA184}"/>
          </ac:spMkLst>
        </pc:spChg>
      </pc:sldChg>
      <pc:sldChg chg="addSp delSp modSp new mod modClrScheme chgLayout">
        <pc:chgData name="Toti, Giulia" userId="ae793f63-b342-411f-bdc7-f371695c6665" providerId="ADAL" clId="{A6A5C06B-FA3A-48F6-9900-1CADD4461BC3}" dt="2026-07-07T21:09:22.529" v="698" actId="20577"/>
        <pc:sldMkLst>
          <pc:docMk/>
          <pc:sldMk cId="111747746" sldId="309"/>
        </pc:sldMkLst>
        <pc:spChg chg="del mod ord">
          <ac:chgData name="Toti, Giulia" userId="ae793f63-b342-411f-bdc7-f371695c6665" providerId="ADAL" clId="{A6A5C06B-FA3A-48F6-9900-1CADD4461BC3}" dt="2026-07-07T20:55:15.120" v="175" actId="700"/>
          <ac:spMkLst>
            <pc:docMk/>
            <pc:sldMk cId="111747746" sldId="309"/>
            <ac:spMk id="2" creationId="{9A72EC75-8CAE-4152-934E-3724B9D96FF9}"/>
          </ac:spMkLst>
        </pc:spChg>
        <pc:spChg chg="del mod ord">
          <ac:chgData name="Toti, Giulia" userId="ae793f63-b342-411f-bdc7-f371695c6665" providerId="ADAL" clId="{A6A5C06B-FA3A-48F6-9900-1CADD4461BC3}" dt="2026-07-07T20:55:15.120" v="175" actId="700"/>
          <ac:spMkLst>
            <pc:docMk/>
            <pc:sldMk cId="111747746" sldId="309"/>
            <ac:spMk id="3" creationId="{AA6C0023-B2B9-4508-9DE3-D08FD33102A0}"/>
          </ac:spMkLst>
        </pc:spChg>
        <pc:spChg chg="add mod ord">
          <ac:chgData name="Toti, Giulia" userId="ae793f63-b342-411f-bdc7-f371695c6665" providerId="ADAL" clId="{A6A5C06B-FA3A-48F6-9900-1CADD4461BC3}" dt="2026-07-07T21:08:08.260" v="608" actId="20577"/>
          <ac:spMkLst>
            <pc:docMk/>
            <pc:sldMk cId="111747746" sldId="309"/>
            <ac:spMk id="4" creationId="{9BB79A12-AEAE-4995-B9CC-FE0BFCBB8249}"/>
          </ac:spMkLst>
        </pc:spChg>
        <pc:spChg chg="add mod ord">
          <ac:chgData name="Toti, Giulia" userId="ae793f63-b342-411f-bdc7-f371695c6665" providerId="ADAL" clId="{A6A5C06B-FA3A-48F6-9900-1CADD4461BC3}" dt="2026-07-07T21:09:22.529" v="698" actId="20577"/>
          <ac:spMkLst>
            <pc:docMk/>
            <pc:sldMk cId="111747746" sldId="309"/>
            <ac:spMk id="5" creationId="{699B0CD4-62D0-41D9-874E-8CA175C4922E}"/>
          </ac:spMkLst>
        </pc:spChg>
      </pc:sldChg>
      <pc:sldChg chg="modSp new mod">
        <pc:chgData name="Toti, Giulia" userId="ae793f63-b342-411f-bdc7-f371695c6665" providerId="ADAL" clId="{A6A5C06B-FA3A-48F6-9900-1CADD4461BC3}" dt="2026-07-07T21:23:44.398" v="1167" actId="114"/>
        <pc:sldMkLst>
          <pc:docMk/>
          <pc:sldMk cId="3015556889" sldId="310"/>
        </pc:sldMkLst>
        <pc:spChg chg="mod">
          <ac:chgData name="Toti, Giulia" userId="ae793f63-b342-411f-bdc7-f371695c6665" providerId="ADAL" clId="{A6A5C06B-FA3A-48F6-9900-1CADD4461BC3}" dt="2026-07-07T21:21:07.601" v="964" actId="20577"/>
          <ac:spMkLst>
            <pc:docMk/>
            <pc:sldMk cId="3015556889" sldId="310"/>
            <ac:spMk id="2" creationId="{17511A4F-01AF-4C02-94A3-C3837B018EE5}"/>
          </ac:spMkLst>
        </pc:spChg>
        <pc:spChg chg="mod">
          <ac:chgData name="Toti, Giulia" userId="ae793f63-b342-411f-bdc7-f371695c6665" providerId="ADAL" clId="{A6A5C06B-FA3A-48F6-9900-1CADD4461BC3}" dt="2026-07-07T21:23:44.398" v="1167" actId="114"/>
          <ac:spMkLst>
            <pc:docMk/>
            <pc:sldMk cId="3015556889" sldId="310"/>
            <ac:spMk id="3" creationId="{BC66F176-1247-40B8-810F-530D906A01F4}"/>
          </ac:spMkLst>
        </pc:spChg>
      </pc:sldChg>
    </pc:docChg>
  </pc:docChgLst>
  <pc:docChgLst>
    <pc:chgData name="Giulia Toti" userId="TzqWl/9XPdPJK37hFmYgxm3mKOeYDdqsp+KgPF12D7I=" providerId="None" clId="Web-{8699FA44-0484-4ECC-B2E9-4DFC28583F87}"/>
    <pc:docChg chg="delSld modSld">
      <pc:chgData name="Giulia Toti" userId="TzqWl/9XPdPJK37hFmYgxm3mKOeYDdqsp+KgPF12D7I=" providerId="None" clId="Web-{8699FA44-0484-4ECC-B2E9-4DFC28583F87}" dt="2022-09-14T20:09:46.040" v="74"/>
      <pc:docMkLst>
        <pc:docMk/>
      </pc:docMkLst>
      <pc:sldChg chg="modSp">
        <pc:chgData name="Giulia Toti" userId="TzqWl/9XPdPJK37hFmYgxm3mKOeYDdqsp+KgPF12D7I=" providerId="None" clId="Web-{8699FA44-0484-4ECC-B2E9-4DFC28583F87}" dt="2022-09-14T20:09:45.446" v="73" actId="20577"/>
        <pc:sldMkLst>
          <pc:docMk/>
          <pc:sldMk cId="865188809" sldId="295"/>
        </pc:sldMkLst>
        <pc:spChg chg="mod">
          <ac:chgData name="Giulia Toti" userId="TzqWl/9XPdPJK37hFmYgxm3mKOeYDdqsp+KgPF12D7I=" providerId="None" clId="Web-{8699FA44-0484-4ECC-B2E9-4DFC28583F87}" dt="2022-09-14T20:09:45.446" v="73" actId="20577"/>
          <ac:spMkLst>
            <pc:docMk/>
            <pc:sldMk cId="865188809" sldId="295"/>
            <ac:spMk id="3" creationId="{00000000-0000-0000-0000-000000000000}"/>
          </ac:spMkLst>
        </pc:spChg>
      </pc:sldChg>
      <pc:sldChg chg="del">
        <pc:chgData name="Giulia Toti" userId="TzqWl/9XPdPJK37hFmYgxm3mKOeYDdqsp+KgPF12D7I=" providerId="None" clId="Web-{8699FA44-0484-4ECC-B2E9-4DFC28583F87}" dt="2022-09-14T20:09:46.040" v="74"/>
        <pc:sldMkLst>
          <pc:docMk/>
          <pc:sldMk cId="2257649358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90810" cy="470932"/>
          </a:xfrm>
          <a:prstGeom prst="rect">
            <a:avLst/>
          </a:prstGeom>
        </p:spPr>
        <p:txBody>
          <a:bodyPr vert="horz" lIns="94576" tIns="47288" rIns="94576" bIns="47288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40178" y="0"/>
            <a:ext cx="3090810" cy="470932"/>
          </a:xfrm>
          <a:prstGeom prst="rect">
            <a:avLst/>
          </a:prstGeom>
        </p:spPr>
        <p:txBody>
          <a:bodyPr vert="horz" lIns="94576" tIns="47288" rIns="94576" bIns="47288" rtlCol="0"/>
          <a:lstStyle>
            <a:lvl1pPr algn="r">
              <a:defRPr sz="1200"/>
            </a:lvl1pPr>
          </a:lstStyle>
          <a:p>
            <a:fld id="{7F9A434A-E28D-48CF-B509-40D1F43B2727}" type="datetimeFigureOut">
              <a:rPr lang="en-CA" smtClean="0"/>
              <a:t>07-Jul-2026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7038" y="706438"/>
            <a:ext cx="6278562" cy="35321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76" tIns="47288" rIns="94576" bIns="47288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3264" y="4473853"/>
            <a:ext cx="5706110" cy="4238387"/>
          </a:xfrm>
          <a:prstGeom prst="rect">
            <a:avLst/>
          </a:prstGeom>
        </p:spPr>
        <p:txBody>
          <a:bodyPr vert="horz" lIns="94576" tIns="47288" rIns="94576" bIns="4728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46071"/>
            <a:ext cx="3090810" cy="470932"/>
          </a:xfrm>
          <a:prstGeom prst="rect">
            <a:avLst/>
          </a:prstGeom>
        </p:spPr>
        <p:txBody>
          <a:bodyPr vert="horz" lIns="94576" tIns="47288" rIns="94576" bIns="47288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40178" y="8946071"/>
            <a:ext cx="3090810" cy="470932"/>
          </a:xfrm>
          <a:prstGeom prst="rect">
            <a:avLst/>
          </a:prstGeom>
        </p:spPr>
        <p:txBody>
          <a:bodyPr vert="horz" lIns="94576" tIns="47288" rIns="94576" bIns="47288" rtlCol="0" anchor="b"/>
          <a:lstStyle>
            <a:lvl1pPr algn="r">
              <a:defRPr sz="1200"/>
            </a:lvl1pPr>
          </a:lstStyle>
          <a:p>
            <a:fld id="{3724C892-3F7B-4FC9-B2FE-28247D510B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3555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7038" y="706438"/>
            <a:ext cx="6278562" cy="35321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4C892-3F7B-4FC9-B2FE-28247D510BFB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8601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07-Jul-2026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9259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39" y="116632"/>
            <a:ext cx="11905323" cy="792088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196752"/>
            <a:ext cx="11713302" cy="5544616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2800"/>
            </a:lvl1pPr>
            <a:lvl2pPr>
              <a:buClr>
                <a:schemeClr val="tx1"/>
              </a:buClr>
              <a:defRPr sz="2400"/>
            </a:lvl2pPr>
            <a:lvl3pPr>
              <a:buClr>
                <a:schemeClr val="tx1"/>
              </a:buClr>
              <a:defRPr sz="2000"/>
            </a:lvl3pPr>
            <a:lvl4pPr>
              <a:buClr>
                <a:schemeClr val="tx1"/>
              </a:buClr>
              <a:defRPr sz="1800"/>
            </a:lvl4pPr>
            <a:lvl5pPr>
              <a:buClr>
                <a:schemeClr val="tx1"/>
              </a:buCl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10137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07-Jul-2026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6958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07-Jul-2026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9916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07-Jul-2026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060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07-Jul-2026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063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07-Jul-2026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0322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07-Jul-2026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9196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07-Jul-2026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861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07-Jul-2026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5977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07-Jul-2026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5961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043FA-D4D3-441E-B885-7FA1A0FE399D}" type="datetimeFigureOut">
              <a:rPr lang="en-CA" smtClean="0"/>
              <a:t>07-Jul-2026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1012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rlogicalfallacyi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412777"/>
            <a:ext cx="7772400" cy="1470025"/>
          </a:xfrm>
        </p:spPr>
        <p:txBody>
          <a:bodyPr>
            <a:noAutofit/>
          </a:bodyPr>
          <a:lstStyle/>
          <a:p>
            <a:r>
              <a:rPr lang="en-CA" sz="4800" b="1" dirty="0"/>
              <a:t>Computers and Society</a:t>
            </a:r>
            <a:br>
              <a:rPr lang="en-CA" sz="4800" b="1" dirty="0"/>
            </a:br>
            <a:r>
              <a:rPr lang="en-CA" dirty="0"/>
              <a:t>CPSC 430</a:t>
            </a:r>
            <a:endParaRPr lang="en-CA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9566" y="3861048"/>
            <a:ext cx="7612868" cy="20630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/>
              <a:t>Lecture 2 – Writing and Argumentation</a:t>
            </a:r>
          </a:p>
          <a:p>
            <a:r>
              <a:rPr lang="en-CA" dirty="0">
                <a:ea typeface="+mn-lt"/>
                <a:cs typeface="+mn-lt"/>
              </a:rPr>
              <a:t>Giulia Toti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934037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04CE-DA9E-4A88-8C7C-5829DA2D7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Warm up (10 min.)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31EEE-0C85-412A-A2EF-70E5D38CD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into small groups</a:t>
            </a:r>
          </a:p>
          <a:p>
            <a:r>
              <a:rPr lang="en-US" dirty="0"/>
              <a:t>What topic at the interface of computers and society concerns you most?</a:t>
            </a:r>
          </a:p>
          <a:p>
            <a:r>
              <a:rPr lang="en-US" dirty="0"/>
              <a:t>How should we go about evaluating arguments about what should be done to address this issue?</a:t>
            </a:r>
          </a:p>
        </p:txBody>
      </p:sp>
    </p:spTree>
    <p:extLst>
      <p:ext uri="{BB962C8B-B14F-4D97-AF65-F5344CB8AC3E}">
        <p14:creationId xmlns:p14="http://schemas.microsoft.com/office/powerpoint/2010/main" val="390984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38" y="260648"/>
            <a:ext cx="11905323" cy="864096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Our focus this week: </a:t>
            </a:r>
            <a:br>
              <a:rPr lang="en-CA" sz="3600" dirty="0"/>
            </a:br>
            <a:r>
              <a:rPr lang="en-CA" sz="3600" dirty="0"/>
              <a:t>speaking, writing &amp; argumentation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CA" i="1" dirty="0"/>
          </a:p>
          <a:p>
            <a:pPr marL="0" indent="0" algn="ctr">
              <a:buNone/>
            </a:pPr>
            <a:endParaRPr lang="en-CA" sz="1600" i="1" dirty="0"/>
          </a:p>
          <a:p>
            <a:pPr marL="0" indent="0" algn="ctr">
              <a:buNone/>
            </a:pPr>
            <a:r>
              <a:rPr lang="en-CA" i="1" dirty="0"/>
              <a:t>“In an Age of Information, what most professionals </a:t>
            </a:r>
            <a:br>
              <a:rPr lang="en-CA" i="1" dirty="0"/>
            </a:br>
            <a:r>
              <a:rPr lang="en-CA" i="1" dirty="0"/>
              <a:t>do is research, think, and make arguments. </a:t>
            </a:r>
            <a:br>
              <a:rPr lang="en-CA" i="1" dirty="0"/>
            </a:br>
            <a:endParaRPr lang="en-CA" i="1" dirty="0"/>
          </a:p>
          <a:p>
            <a:pPr marL="0" indent="0" algn="ctr">
              <a:buNone/>
            </a:pPr>
            <a:r>
              <a:rPr lang="en-CA" sz="2400" i="1" dirty="0"/>
              <a:t>(And part of the value of doing your own thinking and writing </a:t>
            </a:r>
            <a:br>
              <a:rPr lang="en-CA" sz="2400" i="1" dirty="0"/>
            </a:br>
            <a:r>
              <a:rPr lang="en-CA" sz="2400" i="1" dirty="0"/>
              <a:t>is that it makes you much better at evaluating </a:t>
            </a:r>
            <a:br>
              <a:rPr lang="en-CA" sz="2400" i="1" dirty="0"/>
            </a:br>
            <a:r>
              <a:rPr lang="en-CA" sz="2400" i="1" dirty="0"/>
              <a:t>the thinking and writing of others.)”</a:t>
            </a:r>
          </a:p>
          <a:p>
            <a:pPr marL="0" indent="0" algn="ctr">
              <a:buNone/>
            </a:pPr>
            <a:endParaRPr lang="en-CA" sz="2400" i="1" dirty="0"/>
          </a:p>
          <a:p>
            <a:pPr marL="0" indent="0" algn="ctr">
              <a:buNone/>
            </a:pPr>
            <a:r>
              <a:rPr lang="en-CA" sz="1800" i="1" dirty="0"/>
              <a:t>from “</a:t>
            </a:r>
            <a:r>
              <a:rPr lang="en-CA" sz="1800" dirty="0"/>
              <a:t>Writing in College,” </a:t>
            </a:r>
            <a:br>
              <a:rPr lang="en-CA" sz="1800" dirty="0"/>
            </a:br>
            <a:r>
              <a:rPr lang="en-CA" sz="1800" i="1" dirty="0"/>
              <a:t>Williams and </a:t>
            </a:r>
            <a:r>
              <a:rPr lang="en-CA" sz="1800" i="1" dirty="0" err="1"/>
              <a:t>McEnerney</a:t>
            </a:r>
            <a:r>
              <a:rPr lang="en-CA" sz="1800" i="1" dirty="0"/>
              <a:t>,</a:t>
            </a:r>
            <a:br>
              <a:rPr lang="en-CA" sz="1800" i="1" dirty="0"/>
            </a:br>
            <a:r>
              <a:rPr lang="en-CA" sz="1800" i="1" dirty="0"/>
              <a:t>University of Chicago Writing Program</a:t>
            </a:r>
          </a:p>
          <a:p>
            <a:pPr marL="0" indent="0" algn="r">
              <a:buNone/>
            </a:pP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4246967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Mostly, making good arguments is something you</a:t>
            </a:r>
            <a:br>
              <a:rPr lang="en-CA" dirty="0"/>
            </a:br>
            <a:r>
              <a:rPr lang="en-CA" b="1" dirty="0"/>
              <a:t>learn by doing.</a:t>
            </a:r>
          </a:p>
          <a:p>
            <a:pPr marL="0" indent="0" algn="ctr">
              <a:buNone/>
            </a:pPr>
            <a:r>
              <a:rPr lang="en-CA" dirty="0"/>
              <a:t>That’s why we’ll focus all term on</a:t>
            </a:r>
            <a:br>
              <a:rPr lang="en-CA" dirty="0"/>
            </a:br>
            <a:r>
              <a:rPr lang="en-CA" dirty="0"/>
              <a:t>essays, review and class discussions.</a:t>
            </a:r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However, this week we’ll focus on some of the basics,</a:t>
            </a:r>
            <a:br>
              <a:rPr lang="en-CA" dirty="0"/>
            </a:br>
            <a:r>
              <a:rPr lang="en-CA" dirty="0"/>
              <a:t>to help you get as much as possible </a:t>
            </a:r>
            <a:br>
              <a:rPr lang="en-CA" dirty="0"/>
            </a:br>
            <a:r>
              <a:rPr lang="en-CA" dirty="0"/>
              <a:t>from the rest of the course.</a:t>
            </a:r>
          </a:p>
        </p:txBody>
      </p:sp>
    </p:spTree>
    <p:extLst>
      <p:ext uri="{BB962C8B-B14F-4D97-AF65-F5344CB8AC3E}">
        <p14:creationId xmlns:p14="http://schemas.microsoft.com/office/powerpoint/2010/main" val="288756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D5AF6-1A95-49C7-8A7A-732D5E7B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 We’ll Discuss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42AC4-C7AF-4E9B-B70A-FA8A17CD5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Determining a thesis: generating ideas</a:t>
            </a:r>
          </a:p>
          <a:p>
            <a:r>
              <a:rPr lang="en-US" dirty="0"/>
              <a:t>Finalizing your thesis</a:t>
            </a:r>
          </a:p>
          <a:p>
            <a:r>
              <a:rPr lang="en-US" dirty="0"/>
              <a:t>Outlining your argument</a:t>
            </a:r>
          </a:p>
          <a:p>
            <a:r>
              <a:rPr lang="en-US" dirty="0"/>
              <a:t>Anticipating and reacting to other arguments</a:t>
            </a:r>
          </a:p>
          <a:p>
            <a:r>
              <a:rPr lang="en-US" dirty="0"/>
              <a:t>Rhetoric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Overall take-away: separate writing and planning! Writing is a mechanical exercise if you’ve already thought everything through in detail.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32542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39" y="188640"/>
            <a:ext cx="11905323" cy="864096"/>
          </a:xfrm>
        </p:spPr>
        <p:txBody>
          <a:bodyPr>
            <a:normAutofit/>
          </a:bodyPr>
          <a:lstStyle/>
          <a:p>
            <a:r>
              <a:rPr lang="en-CA" dirty="0"/>
              <a:t>Determining a thesis: generating ideas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68" y="1412776"/>
            <a:ext cx="11641294" cy="5328592"/>
          </a:xfrm>
        </p:spPr>
        <p:txBody>
          <a:bodyPr/>
          <a:lstStyle/>
          <a:p>
            <a:r>
              <a:rPr lang="en-CA" dirty="0"/>
              <a:t>Easiest to generate ideas when you let them flow uncritically</a:t>
            </a:r>
          </a:p>
          <a:p>
            <a:pPr lvl="1"/>
            <a:r>
              <a:rPr lang="en-CA" dirty="0" err="1"/>
              <a:t>freewriting</a:t>
            </a:r>
            <a:endParaRPr lang="en-CA" dirty="0"/>
          </a:p>
          <a:p>
            <a:pPr lvl="2"/>
            <a:r>
              <a:rPr lang="en-CA" dirty="0"/>
              <a:t>write without pausing, ignore grammar, set time limit</a:t>
            </a:r>
          </a:p>
          <a:p>
            <a:pPr lvl="1"/>
            <a:r>
              <a:rPr lang="en-CA" dirty="0"/>
              <a:t>brainstorming</a:t>
            </a:r>
          </a:p>
          <a:p>
            <a:pPr lvl="2"/>
            <a:r>
              <a:rPr lang="en-CA" dirty="0"/>
              <a:t>point form version of </a:t>
            </a:r>
            <a:r>
              <a:rPr lang="en-CA" dirty="0" err="1"/>
              <a:t>freewriting</a:t>
            </a:r>
            <a:r>
              <a:rPr lang="en-CA" dirty="0"/>
              <a:t>; again, don’t be critical</a:t>
            </a:r>
          </a:p>
          <a:p>
            <a:pPr lvl="1"/>
            <a:r>
              <a:rPr lang="en-CA" dirty="0"/>
              <a:t>clustering</a:t>
            </a:r>
          </a:p>
          <a:p>
            <a:pPr lvl="2"/>
            <a:r>
              <a:rPr lang="en-CA" dirty="0"/>
              <a:t>organize ideas visually</a:t>
            </a:r>
          </a:p>
          <a:p>
            <a:pPr lvl="1"/>
            <a:r>
              <a:rPr lang="en-CA" dirty="0"/>
              <a:t>discuss or debate with a friend</a:t>
            </a:r>
          </a:p>
          <a:p>
            <a:pPr lvl="2"/>
            <a:r>
              <a:rPr lang="en-CA" dirty="0"/>
              <a:t>pay attention to what they say as well as what you say!</a:t>
            </a:r>
          </a:p>
          <a:p>
            <a:r>
              <a:rPr lang="en-CA" dirty="0"/>
              <a:t>Consider more than one candidate topic to make sure you pick a good 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16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Finalizing your 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easy to state in one sentence</a:t>
            </a:r>
          </a:p>
          <a:p>
            <a:r>
              <a:rPr lang="en-CA" dirty="0"/>
              <a:t>something you’re passionate about and want to argue for</a:t>
            </a:r>
          </a:p>
          <a:p>
            <a:r>
              <a:rPr lang="en-CA" dirty="0"/>
              <a:t>In your essays:</a:t>
            </a:r>
          </a:p>
          <a:p>
            <a:pPr lvl="1"/>
            <a:r>
              <a:rPr lang="en-CA" dirty="0"/>
              <a:t>make sure your thesis is narrow enough</a:t>
            </a:r>
          </a:p>
          <a:p>
            <a:pPr lvl="1"/>
            <a:r>
              <a:rPr lang="en-CA" dirty="0"/>
              <a:t>make sure it’s non-obvious</a:t>
            </a:r>
          </a:p>
          <a:p>
            <a:pPr lvl="1"/>
            <a:r>
              <a:rPr lang="en-CA" dirty="0"/>
              <a:t>make sure it makes a claim rather than just stating a topic</a:t>
            </a:r>
          </a:p>
          <a:p>
            <a:pPr lvl="1"/>
            <a:r>
              <a:rPr lang="en-CA" dirty="0"/>
              <a:t>you should state it at the beginning of </a:t>
            </a:r>
            <a:r>
              <a:rPr lang="en-CA"/>
              <a:t>the essay</a:t>
            </a:r>
            <a:endParaRPr lang="en-CA" dirty="0"/>
          </a:p>
          <a:p>
            <a:r>
              <a:rPr lang="en-CA" dirty="0"/>
              <a:t>In an in-class discussion:</a:t>
            </a:r>
          </a:p>
          <a:p>
            <a:pPr lvl="1"/>
            <a:r>
              <a:rPr lang="en-CA" dirty="0"/>
              <a:t>make sure you don’t miss a better topic</a:t>
            </a:r>
          </a:p>
          <a:p>
            <a:pPr lvl="1"/>
            <a:r>
              <a:rPr lang="en-CA" dirty="0"/>
              <a:t>make sure you pick something you’re interested in and have arguments about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669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Outline your argument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simple point-form summary of what you want to say</a:t>
            </a:r>
          </a:p>
          <a:p>
            <a:pPr lvl="1"/>
            <a:r>
              <a:rPr lang="en-CA" dirty="0"/>
              <a:t>this is the place to wrestle with how your argument will go, </a:t>
            </a:r>
            <a:br>
              <a:rPr lang="en-CA" dirty="0"/>
            </a:br>
            <a:r>
              <a:rPr lang="en-CA" dirty="0"/>
              <a:t>before you start getting caught up in sentences/details</a:t>
            </a:r>
          </a:p>
          <a:p>
            <a:r>
              <a:rPr lang="en-CA" dirty="0"/>
              <a:t>high level:</a:t>
            </a:r>
          </a:p>
          <a:p>
            <a:pPr lvl="1"/>
            <a:r>
              <a:rPr lang="en-CA" dirty="0"/>
              <a:t>start by stating your thesis/main claim</a:t>
            </a:r>
          </a:p>
          <a:p>
            <a:pPr lvl="1"/>
            <a:r>
              <a:rPr lang="en-CA" dirty="0"/>
              <a:t>two or three arguments in favor</a:t>
            </a:r>
          </a:p>
          <a:p>
            <a:pPr lvl="1"/>
            <a:r>
              <a:rPr lang="en-CA" dirty="0"/>
              <a:t>some kind of conclusion; can be just a sentence or two</a:t>
            </a:r>
          </a:p>
          <a:p>
            <a:r>
              <a:rPr lang="en-CA" dirty="0"/>
              <a:t>Once high level is settled, work out arguments in favor in more detail</a:t>
            </a:r>
          </a:p>
          <a:p>
            <a:r>
              <a:rPr lang="en-CA" dirty="0"/>
              <a:t>Someone who read your outline wouldn’t be surprised by anything in the essay</a:t>
            </a:r>
          </a:p>
        </p:txBody>
      </p:sp>
    </p:spTree>
    <p:extLst>
      <p:ext uri="{BB962C8B-B14F-4D97-AF65-F5344CB8AC3E}">
        <p14:creationId xmlns:p14="http://schemas.microsoft.com/office/powerpoint/2010/main" val="25802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Anticipate &amp; react to other 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It doesn’t weaken an argument to acknowledge that others will disagree</a:t>
            </a:r>
          </a:p>
          <a:p>
            <a:pPr lvl="1"/>
            <a:r>
              <a:rPr lang="en-CA" dirty="0"/>
              <a:t>instead, it’s better to anticipate arguments others will make</a:t>
            </a:r>
          </a:p>
          <a:p>
            <a:r>
              <a:rPr lang="en-CA" dirty="0"/>
              <a:t>In an essay, this is something you’ll have to do explicitly</a:t>
            </a:r>
          </a:p>
          <a:p>
            <a:r>
              <a:rPr lang="en-CA" dirty="0"/>
              <a:t>Reacting to counterarguments doesn’t need to be a separate paragraph</a:t>
            </a:r>
          </a:p>
          <a:p>
            <a:pPr lvl="1"/>
            <a:r>
              <a:rPr lang="en-CA" dirty="0"/>
              <a:t>A paragraph can begin by invoking a counterargument and they offering an argument rebutting it. Effectively, this using the counterargument as motivation for the paragraph</a:t>
            </a:r>
          </a:p>
          <a:p>
            <a:pPr lvl="1"/>
            <a:r>
              <a:rPr lang="en-CA" dirty="0"/>
              <a:t>At the end of a paragraph you can explain why objections to the argument aren’t serious</a:t>
            </a:r>
          </a:p>
          <a:p>
            <a:pPr lvl="1"/>
            <a:r>
              <a:rPr lang="en-CA" dirty="0"/>
              <a:t>After stating a thesis you can invoke a contrary point of view that will come up repeatedly in your essay</a:t>
            </a:r>
          </a:p>
          <a:p>
            <a:r>
              <a:rPr lang="en-CA" dirty="0"/>
              <a:t>In a class discussion, you actually hear other arguments</a:t>
            </a:r>
          </a:p>
          <a:p>
            <a:pPr lvl="1"/>
            <a:r>
              <a:rPr lang="en-CA" dirty="0"/>
              <a:t>you’ll need to adapt to what you hear</a:t>
            </a:r>
          </a:p>
          <a:p>
            <a:pPr lvl="1"/>
            <a:r>
              <a:rPr lang="en-CA" dirty="0"/>
              <a:t>refute arguments made by others</a:t>
            </a:r>
          </a:p>
          <a:p>
            <a:pPr lvl="1"/>
            <a:r>
              <a:rPr lang="en-CA" dirty="0"/>
              <a:t>claim that others’ arguments actually support your point</a:t>
            </a:r>
          </a:p>
          <a:p>
            <a:pPr lvl="1"/>
            <a:r>
              <a:rPr lang="en-CA" dirty="0"/>
              <a:t>add new evidence or arguments to reinforce your thesis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994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Rhetoric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Make one point</a:t>
            </a:r>
          </a:p>
          <a:p>
            <a:pPr lvl="1"/>
            <a:r>
              <a:rPr lang="en-US" dirty="0"/>
              <a:t>Other arguments should be sub-points of this point</a:t>
            </a:r>
          </a:p>
          <a:p>
            <a:pPr lvl="1"/>
            <a:r>
              <a:rPr lang="en-US" dirty="0"/>
              <a:t>Your outline helps keep you honest here</a:t>
            </a:r>
          </a:p>
          <a:p>
            <a:r>
              <a:rPr lang="en-US" dirty="0"/>
              <a:t>Be conversational; use simple, accessible language</a:t>
            </a:r>
          </a:p>
          <a:p>
            <a:r>
              <a:rPr lang="en-US" dirty="0"/>
              <a:t>Be open to alternate points of view</a:t>
            </a:r>
          </a:p>
          <a:p>
            <a:r>
              <a:rPr lang="en-US" dirty="0"/>
              <a:t>Be interesting!</a:t>
            </a:r>
          </a:p>
          <a:p>
            <a:r>
              <a:rPr lang="en-US" dirty="0"/>
              <a:t>When speaking:</a:t>
            </a:r>
          </a:p>
          <a:p>
            <a:pPr lvl="1"/>
            <a:r>
              <a:rPr lang="en-US" dirty="0"/>
              <a:t>Be loud enough</a:t>
            </a:r>
          </a:p>
          <a:p>
            <a:pPr lvl="1"/>
            <a:r>
              <a:rPr lang="en-US" dirty="0"/>
              <a:t>Convey emotion and excitement</a:t>
            </a:r>
          </a:p>
          <a:p>
            <a:pPr lvl="1"/>
            <a:r>
              <a:rPr lang="en-US" dirty="0"/>
              <a:t>Refer to notes if you need to, but don’t read</a:t>
            </a:r>
          </a:p>
          <a:p>
            <a:pPr lvl="1"/>
            <a:r>
              <a:rPr lang="en-US" dirty="0"/>
              <a:t>Pausing is better than “um”</a:t>
            </a:r>
          </a:p>
          <a:p>
            <a:pPr lvl="1"/>
            <a:r>
              <a:rPr lang="en-US" dirty="0"/>
              <a:t>Don’t ramble; know when to stop!</a:t>
            </a:r>
          </a:p>
          <a:p>
            <a:pPr lvl="1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5188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6D7F1-A97D-4439-9A97-1E812A42C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Practice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BAB61-ED39-4666-B7C6-A1511380B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6023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B79A12-AEAE-4995-B9CC-FE0BFCBB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Formulate a thesis (10 min.)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9B0CD4-62D0-41D9-874E-8CA175C49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Choose a technology that is widely used today </a:t>
            </a:r>
            <a:r>
              <a:rPr lang="en-CA" dirty="0"/>
              <a:t>(e.g., social media, smartphones, online banking, facial recognition, GPS navigation, streaming services, AI assistants)</a:t>
            </a:r>
            <a:r>
              <a:rPr lang="en-US" dirty="0"/>
              <a:t>. Develop a thesis taking a clear position on whether society should continue to embrace its widespread use. Your thesis should: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 a specific, debatable claim;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 narrow enough to support in a short essay;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 beyond simply stating that the technology has both advantages and disadvantages</a:t>
            </a:r>
          </a:p>
          <a:p>
            <a:pPr marL="0" indent="0">
              <a:buNone/>
            </a:pPr>
            <a:endParaRPr lang="en-US" b="0" i="0" dirty="0">
              <a:effectLst/>
              <a:latin typeface="BemboStd_ii"/>
            </a:endParaRPr>
          </a:p>
          <a:p>
            <a:pPr marL="0" indent="0">
              <a:buNone/>
            </a:pPr>
            <a:r>
              <a:rPr lang="en-US" dirty="0">
                <a:latin typeface="BemboStd_ii"/>
              </a:rPr>
              <a:t>Stress-testing:</a:t>
            </a:r>
          </a:p>
          <a:p>
            <a:r>
              <a:rPr lang="en-US" b="0" i="0" dirty="0">
                <a:effectLst/>
                <a:latin typeface="BemboStd_ii"/>
              </a:rPr>
              <a:t>Is the thesis debatable?</a:t>
            </a:r>
          </a:p>
          <a:p>
            <a:r>
              <a:rPr lang="en-US" dirty="0">
                <a:latin typeface="BemboStd_ii"/>
              </a:rPr>
              <a:t>Is the thesis too broad or too narrow?</a:t>
            </a:r>
          </a:p>
          <a:p>
            <a:endParaRPr lang="en-US" b="0" i="0" dirty="0">
              <a:effectLst/>
              <a:latin typeface="BemboStd_ii"/>
            </a:endParaRPr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1747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BB1F-5F13-4EBE-A1D8-1A590612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39" y="72858"/>
            <a:ext cx="11905323" cy="792088"/>
          </a:xfrm>
        </p:spPr>
        <p:txBody>
          <a:bodyPr/>
          <a:lstStyle/>
          <a:p>
            <a:r>
              <a:rPr lang="en-CA" dirty="0"/>
              <a:t>Write an outline (15 min.)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603E9-8392-4A39-A4EA-CE7A791CC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Write the outline for your essay. Remember to include:</a:t>
            </a:r>
          </a:p>
          <a:p>
            <a:pPr lvl="1"/>
            <a:r>
              <a:rPr lang="en-CA" dirty="0"/>
              <a:t>Your thesis/main claim</a:t>
            </a:r>
          </a:p>
          <a:p>
            <a:pPr lvl="1"/>
            <a:r>
              <a:rPr lang="en-CA" dirty="0"/>
              <a:t>Two or three arguments in favor</a:t>
            </a:r>
          </a:p>
          <a:p>
            <a:pPr lvl="1"/>
            <a:r>
              <a:rPr lang="en-CA" dirty="0"/>
              <a:t>One or two counterarguments with rebuttal</a:t>
            </a:r>
          </a:p>
          <a:p>
            <a:pPr lvl="1"/>
            <a:r>
              <a:rPr lang="en-CA" dirty="0"/>
              <a:t>A conclusion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EA4FD4-5740-4300-A22C-57518BCCA184}"/>
              </a:ext>
            </a:extLst>
          </p:cNvPr>
          <p:cNvSpPr/>
          <p:nvPr/>
        </p:nvSpPr>
        <p:spPr>
          <a:xfrm>
            <a:off x="2387588" y="4221088"/>
            <a:ext cx="7416824" cy="18722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b="1" dirty="0"/>
              <a:t>Sharing &amp; Feedback</a:t>
            </a:r>
          </a:p>
          <a:p>
            <a:pPr algn="ctr"/>
            <a:r>
              <a:rPr lang="en-CA" sz="2800" i="1" dirty="0"/>
              <a:t>Mention one positive aspect about the outline and one thing that should be added or improved</a:t>
            </a:r>
          </a:p>
        </p:txBody>
      </p:sp>
    </p:spTree>
    <p:extLst>
      <p:ext uri="{BB962C8B-B14F-4D97-AF65-F5344CB8AC3E}">
        <p14:creationId xmlns:p14="http://schemas.microsoft.com/office/powerpoint/2010/main" val="1836649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11A4F-01AF-4C02-94A3-C3837B018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Hunt for logical fallacies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6F176-1247-40B8-810F-530D906A0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Create a </a:t>
            </a:r>
            <a:r>
              <a:rPr lang="en-CA" i="1" dirty="0"/>
              <a:t>flawed</a:t>
            </a:r>
            <a:r>
              <a:rPr lang="en-CA" dirty="0"/>
              <a:t> argument for your thesis, using one of the fallacies listed here: </a:t>
            </a:r>
            <a:r>
              <a:rPr lang="en-CA" dirty="0">
                <a:hlinkClick r:id="rId2"/>
              </a:rPr>
              <a:t>https://yourlogicalfallacyis.com/</a:t>
            </a:r>
            <a:endParaRPr lang="en-CA" dirty="0"/>
          </a:p>
          <a:p>
            <a:r>
              <a:rPr lang="en-CA" dirty="0"/>
              <a:t>Read your argument – do not state the fallacy you included!</a:t>
            </a:r>
          </a:p>
          <a:p>
            <a:r>
              <a:rPr lang="en-CA" dirty="0"/>
              <a:t>Others will try to identify the fallacy</a:t>
            </a:r>
          </a:p>
        </p:txBody>
      </p:sp>
    </p:spTree>
    <p:extLst>
      <p:ext uri="{BB962C8B-B14F-4D97-AF65-F5344CB8AC3E}">
        <p14:creationId xmlns:p14="http://schemas.microsoft.com/office/powerpoint/2010/main" val="3015556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5014</TotalTime>
  <Words>922</Words>
  <Application>Microsoft Office PowerPoint</Application>
  <PresentationFormat>Widescreen</PresentationFormat>
  <Paragraphs>107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BemboStd_ii</vt:lpstr>
      <vt:lpstr>Calibri</vt:lpstr>
      <vt:lpstr>Office Theme</vt:lpstr>
      <vt:lpstr>Computers and Society CPSC 430</vt:lpstr>
      <vt:lpstr>Warm up (10 min.)</vt:lpstr>
      <vt:lpstr>Our focus this week:  speaking, writing &amp; argumentation</vt:lpstr>
      <vt:lpstr>PowerPoint Presentation</vt:lpstr>
      <vt:lpstr>Today We’ll Discuss</vt:lpstr>
      <vt:lpstr>Determining a thesis: generating ideas</vt:lpstr>
      <vt:lpstr>Finalizing your thesis</vt:lpstr>
      <vt:lpstr>Outline your argument</vt:lpstr>
      <vt:lpstr>Anticipate &amp; react to other arguments</vt:lpstr>
      <vt:lpstr>Rhetoric</vt:lpstr>
      <vt:lpstr>Practice</vt:lpstr>
      <vt:lpstr>Formulate a thesis (10 min.)</vt:lpstr>
      <vt:lpstr>Write an outline (15 min.)</vt:lpstr>
      <vt:lpstr>Hunt for logical fallacies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CPSC 430 Computers and Society</dc:title>
  <dc:creator>kevinlb</dc:creator>
  <cp:lastModifiedBy>Toti, Giulia</cp:lastModifiedBy>
  <cp:revision>193</cp:revision>
  <cp:lastPrinted>2013-09-05T20:28:22Z</cp:lastPrinted>
  <dcterms:created xsi:type="dcterms:W3CDTF">2012-01-03T23:22:43Z</dcterms:created>
  <dcterms:modified xsi:type="dcterms:W3CDTF">2026-07-07T21:29:04Z</dcterms:modified>
</cp:coreProperties>
</file>