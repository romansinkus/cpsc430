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15"/>
  </p:notesMasterIdLst>
  <p:sldIdLst>
    <p:sldId id="256" r:id="rId2"/>
    <p:sldId id="437" r:id="rId3"/>
    <p:sldId id="438" r:id="rId4"/>
    <p:sldId id="439" r:id="rId5"/>
    <p:sldId id="431" r:id="rId6"/>
    <p:sldId id="432" r:id="rId7"/>
    <p:sldId id="358" r:id="rId8"/>
    <p:sldId id="809" r:id="rId9"/>
    <p:sldId id="810" r:id="rId10"/>
    <p:sldId id="440" r:id="rId11"/>
    <p:sldId id="811" r:id="rId12"/>
    <p:sldId id="812" r:id="rId13"/>
    <p:sldId id="335" r:id="rId14"/>
  </p:sldIdLst>
  <p:sldSz cx="9144000" cy="5143500" type="screen16x9"/>
  <p:notesSz cx="6858000" cy="9144000"/>
  <p:defaultTextStyle>
    <a:defPPr>
      <a:defRPr lang="en-US"/>
    </a:defPPr>
    <a:lvl1pPr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1pPr>
    <a:lvl2pPr marL="3429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2pPr>
    <a:lvl3pPr marL="6858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3pPr>
    <a:lvl4pPr marL="10287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4pPr>
    <a:lvl5pPr marL="13716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5pPr>
    <a:lvl6pPr marL="17145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6pPr>
    <a:lvl7pPr marL="20574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7pPr>
    <a:lvl8pPr marL="24003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8pPr>
    <a:lvl9pPr marL="27432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40"/>
    <a:srgbClr val="000099"/>
    <a:srgbClr val="18A6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45" autoAdjust="0"/>
    <p:restoredTop sz="84435" autoAdjust="0"/>
  </p:normalViewPr>
  <p:slideViewPr>
    <p:cSldViewPr>
      <p:cViewPr varScale="1">
        <p:scale>
          <a:sx n="111" d="100"/>
          <a:sy n="111" d="100"/>
        </p:scale>
        <p:origin x="447" y="42"/>
      </p:cViewPr>
      <p:guideLst>
        <p:guide orient="horz"/>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ti, Giulia" userId="ae793f63-b342-411f-bdc7-f371695c6665" providerId="ADAL" clId="{3FE50D4B-B9D4-453B-AFF1-3DDB1F4F6B97}"/>
    <pc:docChg chg="undo custSel addSld delSld modSld sldOrd">
      <pc:chgData name="Toti, Giulia" userId="ae793f63-b342-411f-bdc7-f371695c6665" providerId="ADAL" clId="{3FE50D4B-B9D4-453B-AFF1-3DDB1F4F6B97}" dt="2026-07-20T20:04:54.334" v="684" actId="20577"/>
      <pc:docMkLst>
        <pc:docMk/>
      </pc:docMkLst>
      <pc:sldChg chg="modSp mod">
        <pc:chgData name="Toti, Giulia" userId="ae793f63-b342-411f-bdc7-f371695c6665" providerId="ADAL" clId="{3FE50D4B-B9D4-453B-AFF1-3DDB1F4F6B97}" dt="2026-07-19T23:00:47.514" v="13" actId="20577"/>
        <pc:sldMkLst>
          <pc:docMk/>
          <pc:sldMk cId="3996834184" sldId="256"/>
        </pc:sldMkLst>
        <pc:spChg chg="mod">
          <ac:chgData name="Toti, Giulia" userId="ae793f63-b342-411f-bdc7-f371695c6665" providerId="ADAL" clId="{3FE50D4B-B9D4-453B-AFF1-3DDB1F4F6B97}" dt="2026-07-19T23:00:39.384" v="1" actId="20577"/>
          <ac:spMkLst>
            <pc:docMk/>
            <pc:sldMk cId="3996834184" sldId="256"/>
            <ac:spMk id="2" creationId="{4B6CD041-6123-41EC-8961-0E182C690F32}"/>
          </ac:spMkLst>
        </pc:spChg>
        <pc:spChg chg="mod">
          <ac:chgData name="Toti, Giulia" userId="ae793f63-b342-411f-bdc7-f371695c6665" providerId="ADAL" clId="{3FE50D4B-B9D4-453B-AFF1-3DDB1F4F6B97}" dt="2026-07-19T23:00:47.514" v="13" actId="20577"/>
          <ac:spMkLst>
            <pc:docMk/>
            <pc:sldMk cId="3996834184" sldId="256"/>
            <ac:spMk id="7" creationId="{5B1FE0D9-EFCE-956A-3564-001E5B314E5E}"/>
          </ac:spMkLst>
        </pc:spChg>
      </pc:sldChg>
      <pc:sldChg chg="addSp delSp modSp mod ord">
        <pc:chgData name="Toti, Giulia" userId="ae793f63-b342-411f-bdc7-f371695c6665" providerId="ADAL" clId="{3FE50D4B-B9D4-453B-AFF1-3DDB1F4F6B97}" dt="2026-07-20T00:35:18.253" v="683"/>
        <pc:sldMkLst>
          <pc:docMk/>
          <pc:sldMk cId="715345373" sldId="335"/>
        </pc:sldMkLst>
        <pc:spChg chg="mod">
          <ac:chgData name="Toti, Giulia" userId="ae793f63-b342-411f-bdc7-f371695c6665" providerId="ADAL" clId="{3FE50D4B-B9D4-453B-AFF1-3DDB1F4F6B97}" dt="2026-07-19T23:41:34.233" v="89" actId="20577"/>
          <ac:spMkLst>
            <pc:docMk/>
            <pc:sldMk cId="715345373" sldId="335"/>
            <ac:spMk id="2" creationId="{00000000-0000-0000-0000-000000000000}"/>
          </ac:spMkLst>
        </pc:spChg>
        <pc:spChg chg="mod">
          <ac:chgData name="Toti, Giulia" userId="ae793f63-b342-411f-bdc7-f371695c6665" providerId="ADAL" clId="{3FE50D4B-B9D4-453B-AFF1-3DDB1F4F6B97}" dt="2026-07-19T23:41:42.480" v="93" actId="20577"/>
          <ac:spMkLst>
            <pc:docMk/>
            <pc:sldMk cId="715345373" sldId="335"/>
            <ac:spMk id="3" creationId="{00000000-0000-0000-0000-000000000000}"/>
          </ac:spMkLst>
        </pc:spChg>
        <pc:spChg chg="del">
          <ac:chgData name="Toti, Giulia" userId="ae793f63-b342-411f-bdc7-f371695c6665" providerId="ADAL" clId="{3FE50D4B-B9D4-453B-AFF1-3DDB1F4F6B97}" dt="2026-07-19T23:04:19.958" v="18" actId="478"/>
          <ac:spMkLst>
            <pc:docMk/>
            <pc:sldMk cId="715345373" sldId="335"/>
            <ac:spMk id="4" creationId="{00000000-0000-0000-0000-000000000000}"/>
          </ac:spMkLst>
        </pc:spChg>
        <pc:spChg chg="add mod">
          <ac:chgData name="Toti, Giulia" userId="ae793f63-b342-411f-bdc7-f371695c6665" providerId="ADAL" clId="{3FE50D4B-B9D4-453B-AFF1-3DDB1F4F6B97}" dt="2026-07-20T00:35:18.253" v="683"/>
          <ac:spMkLst>
            <pc:docMk/>
            <pc:sldMk cId="715345373" sldId="335"/>
            <ac:spMk id="9" creationId="{D871A3DC-2A63-46A4-B7C2-4D01E04E62D7}"/>
          </ac:spMkLst>
        </pc:spChg>
        <pc:picChg chg="del mod">
          <ac:chgData name="Toti, Giulia" userId="ae793f63-b342-411f-bdc7-f371695c6665" providerId="ADAL" clId="{3FE50D4B-B9D4-453B-AFF1-3DDB1F4F6B97}" dt="2026-07-19T23:04:16.755" v="16" actId="478"/>
          <ac:picMkLst>
            <pc:docMk/>
            <pc:sldMk cId="715345373" sldId="335"/>
            <ac:picMk id="5" creationId="{78C6BFBA-B0AF-4B87-BB7C-57DB56FA217F}"/>
          </ac:picMkLst>
        </pc:picChg>
        <pc:picChg chg="del">
          <ac:chgData name="Toti, Giulia" userId="ae793f63-b342-411f-bdc7-f371695c6665" providerId="ADAL" clId="{3FE50D4B-B9D4-453B-AFF1-3DDB1F4F6B97}" dt="2026-07-19T23:04:18.008" v="17" actId="478"/>
          <ac:picMkLst>
            <pc:docMk/>
            <pc:sldMk cId="715345373" sldId="335"/>
            <ac:picMk id="6" creationId="{8E253DB7-675C-4F3B-9D63-32CB7F36AF57}"/>
          </ac:picMkLst>
        </pc:picChg>
        <pc:picChg chg="add mod">
          <ac:chgData name="Toti, Giulia" userId="ae793f63-b342-411f-bdc7-f371695c6665" providerId="ADAL" clId="{3FE50D4B-B9D4-453B-AFF1-3DDB1F4F6B97}" dt="2026-07-20T00:35:07.206" v="682" actId="1076"/>
          <ac:picMkLst>
            <pc:docMk/>
            <pc:sldMk cId="715345373" sldId="335"/>
            <ac:picMk id="8" creationId="{667E8B23-8D3C-49E5-B7B8-7BA1ADD6884E}"/>
          </ac:picMkLst>
        </pc:picChg>
      </pc:sldChg>
      <pc:sldChg chg="del">
        <pc:chgData name="Toti, Giulia" userId="ae793f63-b342-411f-bdc7-f371695c6665" providerId="ADAL" clId="{3FE50D4B-B9D4-453B-AFF1-3DDB1F4F6B97}" dt="2026-07-19T23:04:13.772" v="14" actId="47"/>
        <pc:sldMkLst>
          <pc:docMk/>
          <pc:sldMk cId="0" sldId="396"/>
        </pc:sldMkLst>
      </pc:sldChg>
      <pc:sldChg chg="del">
        <pc:chgData name="Toti, Giulia" userId="ae793f63-b342-411f-bdc7-f371695c6665" providerId="ADAL" clId="{3FE50D4B-B9D4-453B-AFF1-3DDB1F4F6B97}" dt="2026-07-19T23:04:13.772" v="14" actId="47"/>
        <pc:sldMkLst>
          <pc:docMk/>
          <pc:sldMk cId="0" sldId="399"/>
        </pc:sldMkLst>
      </pc:sldChg>
      <pc:sldChg chg="del">
        <pc:chgData name="Toti, Giulia" userId="ae793f63-b342-411f-bdc7-f371695c6665" providerId="ADAL" clId="{3FE50D4B-B9D4-453B-AFF1-3DDB1F4F6B97}" dt="2026-07-19T23:04:13.772" v="14" actId="47"/>
        <pc:sldMkLst>
          <pc:docMk/>
          <pc:sldMk cId="0" sldId="405"/>
        </pc:sldMkLst>
      </pc:sldChg>
      <pc:sldChg chg="del">
        <pc:chgData name="Toti, Giulia" userId="ae793f63-b342-411f-bdc7-f371695c6665" providerId="ADAL" clId="{3FE50D4B-B9D4-453B-AFF1-3DDB1F4F6B97}" dt="2026-07-19T23:04:13.772" v="14" actId="47"/>
        <pc:sldMkLst>
          <pc:docMk/>
          <pc:sldMk cId="0" sldId="417"/>
        </pc:sldMkLst>
      </pc:sldChg>
      <pc:sldChg chg="del">
        <pc:chgData name="Toti, Giulia" userId="ae793f63-b342-411f-bdc7-f371695c6665" providerId="ADAL" clId="{3FE50D4B-B9D4-453B-AFF1-3DDB1F4F6B97}" dt="2026-07-19T23:04:13.772" v="14" actId="47"/>
        <pc:sldMkLst>
          <pc:docMk/>
          <pc:sldMk cId="0" sldId="435"/>
        </pc:sldMkLst>
      </pc:sldChg>
      <pc:sldChg chg="del">
        <pc:chgData name="Toti, Giulia" userId="ae793f63-b342-411f-bdc7-f371695c6665" providerId="ADAL" clId="{3FE50D4B-B9D4-453B-AFF1-3DDB1F4F6B97}" dt="2026-07-19T23:04:13.772" v="14" actId="47"/>
        <pc:sldMkLst>
          <pc:docMk/>
          <pc:sldMk cId="0" sldId="436"/>
        </pc:sldMkLst>
      </pc:sldChg>
      <pc:sldChg chg="modSp mod">
        <pc:chgData name="Toti, Giulia" userId="ae793f63-b342-411f-bdc7-f371695c6665" providerId="ADAL" clId="{3FE50D4B-B9D4-453B-AFF1-3DDB1F4F6B97}" dt="2026-07-19T23:07:52.109" v="76" actId="20577"/>
        <pc:sldMkLst>
          <pc:docMk/>
          <pc:sldMk cId="0" sldId="438"/>
        </pc:sldMkLst>
        <pc:spChg chg="mod">
          <ac:chgData name="Toti, Giulia" userId="ae793f63-b342-411f-bdc7-f371695c6665" providerId="ADAL" clId="{3FE50D4B-B9D4-453B-AFF1-3DDB1F4F6B97}" dt="2026-07-19T23:07:52.109" v="76" actId="20577"/>
          <ac:spMkLst>
            <pc:docMk/>
            <pc:sldMk cId="0" sldId="438"/>
            <ac:spMk id="15363" creationId="{CAAB9BFD-F9F3-49A6-9594-772E86BFABB0}"/>
          </ac:spMkLst>
        </pc:spChg>
      </pc:sldChg>
      <pc:sldChg chg="del">
        <pc:chgData name="Toti, Giulia" userId="ae793f63-b342-411f-bdc7-f371695c6665" providerId="ADAL" clId="{3FE50D4B-B9D4-453B-AFF1-3DDB1F4F6B97}" dt="2026-07-19T23:04:13.772" v="14" actId="47"/>
        <pc:sldMkLst>
          <pc:docMk/>
          <pc:sldMk cId="0" sldId="473"/>
        </pc:sldMkLst>
      </pc:sldChg>
      <pc:sldChg chg="modSp add mod">
        <pc:chgData name="Toti, Giulia" userId="ae793f63-b342-411f-bdc7-f371695c6665" providerId="ADAL" clId="{3FE50D4B-B9D4-453B-AFF1-3DDB1F4F6B97}" dt="2026-07-20T00:10:34.034" v="152" actId="20577"/>
        <pc:sldMkLst>
          <pc:docMk/>
          <pc:sldMk cId="4113234235" sldId="809"/>
        </pc:sldMkLst>
        <pc:spChg chg="mod">
          <ac:chgData name="Toti, Giulia" userId="ae793f63-b342-411f-bdc7-f371695c6665" providerId="ADAL" clId="{3FE50D4B-B9D4-453B-AFF1-3DDB1F4F6B97}" dt="2026-07-20T00:10:34.034" v="152" actId="20577"/>
          <ac:spMkLst>
            <pc:docMk/>
            <pc:sldMk cId="4113234235" sldId="809"/>
            <ac:spMk id="2" creationId="{5C04AF4F-9BEB-5AB8-FBF4-FCE0AEFEC361}"/>
          </ac:spMkLst>
        </pc:spChg>
        <pc:graphicFrameChg chg="modGraphic">
          <ac:chgData name="Toti, Giulia" userId="ae793f63-b342-411f-bdc7-f371695c6665" providerId="ADAL" clId="{3FE50D4B-B9D4-453B-AFF1-3DDB1F4F6B97}" dt="2026-07-20T00:09:41.329" v="124" actId="207"/>
          <ac:graphicFrameMkLst>
            <pc:docMk/>
            <pc:sldMk cId="4113234235" sldId="809"/>
            <ac:graphicFrameMk id="4" creationId="{C84B9220-CF13-6E00-DAD4-AA95509F451E}"/>
          </ac:graphicFrameMkLst>
        </pc:graphicFrameChg>
        <pc:graphicFrameChg chg="modGraphic">
          <ac:chgData name="Toti, Giulia" userId="ae793f63-b342-411f-bdc7-f371695c6665" providerId="ADAL" clId="{3FE50D4B-B9D4-453B-AFF1-3DDB1F4F6B97}" dt="2026-07-20T00:09:12.039" v="122" actId="12385"/>
          <ac:graphicFrameMkLst>
            <pc:docMk/>
            <pc:sldMk cId="4113234235" sldId="809"/>
            <ac:graphicFrameMk id="5" creationId="{F54A1EDE-288A-97F4-877E-7EAA7C0D4757}"/>
          </ac:graphicFrameMkLst>
        </pc:graphicFrameChg>
      </pc:sldChg>
      <pc:sldChg chg="addSp delSp modSp add">
        <pc:chgData name="Toti, Giulia" userId="ae793f63-b342-411f-bdc7-f371695c6665" providerId="ADAL" clId="{3FE50D4B-B9D4-453B-AFF1-3DDB1F4F6B97}" dt="2026-07-20T00:11:26.494" v="157" actId="478"/>
        <pc:sldMkLst>
          <pc:docMk/>
          <pc:sldMk cId="3927179812" sldId="810"/>
        </pc:sldMkLst>
        <pc:spChg chg="del">
          <ac:chgData name="Toti, Giulia" userId="ae793f63-b342-411f-bdc7-f371695c6665" providerId="ADAL" clId="{3FE50D4B-B9D4-453B-AFF1-3DDB1F4F6B97}" dt="2026-07-20T00:11:24.428" v="155" actId="478"/>
          <ac:spMkLst>
            <pc:docMk/>
            <pc:sldMk cId="3927179812" sldId="810"/>
            <ac:spMk id="2" creationId="{FE9286BE-FBAC-275D-CF98-5578D6DBB10C}"/>
          </ac:spMkLst>
        </pc:spChg>
        <pc:spChg chg="mod">
          <ac:chgData name="Toti, Giulia" userId="ae793f63-b342-411f-bdc7-f371695c6665" providerId="ADAL" clId="{3FE50D4B-B9D4-453B-AFF1-3DDB1F4F6B97}" dt="2026-07-20T00:11:13.071" v="154" actId="1076"/>
          <ac:spMkLst>
            <pc:docMk/>
            <pc:sldMk cId="3927179812" sldId="810"/>
            <ac:spMk id="3" creationId="{0FBF82C4-9848-5CF6-AAD7-FB2201FB0489}"/>
          </ac:spMkLst>
        </pc:spChg>
        <pc:spChg chg="add del mod">
          <ac:chgData name="Toti, Giulia" userId="ae793f63-b342-411f-bdc7-f371695c6665" providerId="ADAL" clId="{3FE50D4B-B9D4-453B-AFF1-3DDB1F4F6B97}" dt="2026-07-20T00:11:26.494" v="157" actId="478"/>
          <ac:spMkLst>
            <pc:docMk/>
            <pc:sldMk cId="3927179812" sldId="810"/>
            <ac:spMk id="4" creationId="{2690D4D7-DBB5-48C9-9F0D-9A4D1D558E32}"/>
          </ac:spMkLst>
        </pc:spChg>
        <pc:spChg chg="add mod">
          <ac:chgData name="Toti, Giulia" userId="ae793f63-b342-411f-bdc7-f371695c6665" providerId="ADAL" clId="{3FE50D4B-B9D4-453B-AFF1-3DDB1F4F6B97}" dt="2026-07-20T00:11:25.049" v="156"/>
          <ac:spMkLst>
            <pc:docMk/>
            <pc:sldMk cId="3927179812" sldId="810"/>
            <ac:spMk id="14" creationId="{3F61CAEF-21C9-429D-AAE9-7975461638B4}"/>
          </ac:spMkLst>
        </pc:spChg>
      </pc:sldChg>
      <pc:sldChg chg="new del">
        <pc:chgData name="Toti, Giulia" userId="ae793f63-b342-411f-bdc7-f371695c6665" providerId="ADAL" clId="{3FE50D4B-B9D4-453B-AFF1-3DDB1F4F6B97}" dt="2026-07-20T00:13:58.909" v="159" actId="680"/>
        <pc:sldMkLst>
          <pc:docMk/>
          <pc:sldMk cId="2009287397" sldId="811"/>
        </pc:sldMkLst>
      </pc:sldChg>
      <pc:sldChg chg="addSp delSp modSp new mod ord">
        <pc:chgData name="Toti, Giulia" userId="ae793f63-b342-411f-bdc7-f371695c6665" providerId="ADAL" clId="{3FE50D4B-B9D4-453B-AFF1-3DDB1F4F6B97}" dt="2026-07-20T00:18:42.571" v="325" actId="2711"/>
        <pc:sldMkLst>
          <pc:docMk/>
          <pc:sldMk cId="2147631020" sldId="811"/>
        </pc:sldMkLst>
        <pc:spChg chg="mod">
          <ac:chgData name="Toti, Giulia" userId="ae793f63-b342-411f-bdc7-f371695c6665" providerId="ADAL" clId="{3FE50D4B-B9D4-453B-AFF1-3DDB1F4F6B97}" dt="2026-07-20T00:14:16.456" v="204" actId="20577"/>
          <ac:spMkLst>
            <pc:docMk/>
            <pc:sldMk cId="2147631020" sldId="811"/>
            <ac:spMk id="2" creationId="{82A281A3-4FEC-4802-B654-8BB7BD649505}"/>
          </ac:spMkLst>
        </pc:spChg>
        <pc:spChg chg="del">
          <ac:chgData name="Toti, Giulia" userId="ae793f63-b342-411f-bdc7-f371695c6665" providerId="ADAL" clId="{3FE50D4B-B9D4-453B-AFF1-3DDB1F4F6B97}" dt="2026-07-20T00:16:38.704" v="205" actId="22"/>
          <ac:spMkLst>
            <pc:docMk/>
            <pc:sldMk cId="2147631020" sldId="811"/>
            <ac:spMk id="3" creationId="{BC9DD672-FD50-4477-A0AC-FFE37F1D7DB6}"/>
          </ac:spMkLst>
        </pc:spChg>
        <pc:spChg chg="add mod">
          <ac:chgData name="Toti, Giulia" userId="ae793f63-b342-411f-bdc7-f371695c6665" providerId="ADAL" clId="{3FE50D4B-B9D4-453B-AFF1-3DDB1F4F6B97}" dt="2026-07-20T00:17:18.886" v="218" actId="20577"/>
          <ac:spMkLst>
            <pc:docMk/>
            <pc:sldMk cId="2147631020" sldId="811"/>
            <ac:spMk id="6" creationId="{24D1856F-5AAB-4C43-A282-404F805B30BB}"/>
          </ac:spMkLst>
        </pc:spChg>
        <pc:spChg chg="add mod">
          <ac:chgData name="Toti, Giulia" userId="ae793f63-b342-411f-bdc7-f371695c6665" providerId="ADAL" clId="{3FE50D4B-B9D4-453B-AFF1-3DDB1F4F6B97}" dt="2026-07-20T00:18:42.571" v="325" actId="2711"/>
          <ac:spMkLst>
            <pc:docMk/>
            <pc:sldMk cId="2147631020" sldId="811"/>
            <ac:spMk id="7" creationId="{482BAE4E-4FBF-4B9E-829F-E19E9ED88DC0}"/>
          </ac:spMkLst>
        </pc:spChg>
        <pc:picChg chg="add mod ord">
          <ac:chgData name="Toti, Giulia" userId="ae793f63-b342-411f-bdc7-f371695c6665" providerId="ADAL" clId="{3FE50D4B-B9D4-453B-AFF1-3DDB1F4F6B97}" dt="2026-07-20T00:16:45.388" v="207" actId="1076"/>
          <ac:picMkLst>
            <pc:docMk/>
            <pc:sldMk cId="2147631020" sldId="811"/>
            <ac:picMk id="5" creationId="{A10CEA5B-B829-48D3-A3F2-B006DFAB0405}"/>
          </ac:picMkLst>
        </pc:picChg>
      </pc:sldChg>
      <pc:sldChg chg="addSp modSp new mod">
        <pc:chgData name="Toti, Giulia" userId="ae793f63-b342-411f-bdc7-f371695c6665" providerId="ADAL" clId="{3FE50D4B-B9D4-453B-AFF1-3DDB1F4F6B97}" dt="2026-07-20T20:04:54.334" v="684" actId="20577"/>
        <pc:sldMkLst>
          <pc:docMk/>
          <pc:sldMk cId="2521042306" sldId="812"/>
        </pc:sldMkLst>
        <pc:spChg chg="mod">
          <ac:chgData name="Toti, Giulia" userId="ae793f63-b342-411f-bdc7-f371695c6665" providerId="ADAL" clId="{3FE50D4B-B9D4-453B-AFF1-3DDB1F4F6B97}" dt="2026-07-20T00:26:40.130" v="334"/>
          <ac:spMkLst>
            <pc:docMk/>
            <pc:sldMk cId="2521042306" sldId="812"/>
            <ac:spMk id="2" creationId="{BFC19EEE-2B14-4C81-8896-81B4C9AC2C60}"/>
          </ac:spMkLst>
        </pc:spChg>
        <pc:spChg chg="mod">
          <ac:chgData name="Toti, Giulia" userId="ae793f63-b342-411f-bdc7-f371695c6665" providerId="ADAL" clId="{3FE50D4B-B9D4-453B-AFF1-3DDB1F4F6B97}" dt="2026-07-20T20:04:54.334" v="684" actId="20577"/>
          <ac:spMkLst>
            <pc:docMk/>
            <pc:sldMk cId="2521042306" sldId="812"/>
            <ac:spMk id="3" creationId="{0AED9954-4D46-47F3-8803-79ACBF6934D1}"/>
          </ac:spMkLst>
        </pc:spChg>
        <pc:spChg chg="add mod">
          <ac:chgData name="Toti, Giulia" userId="ae793f63-b342-411f-bdc7-f371695c6665" providerId="ADAL" clId="{3FE50D4B-B9D4-453B-AFF1-3DDB1F4F6B97}" dt="2026-07-20T00:34:01.944" v="679" actId="1076"/>
          <ac:spMkLst>
            <pc:docMk/>
            <pc:sldMk cId="2521042306" sldId="812"/>
            <ac:spMk id="4" creationId="{3CB8AA5B-7B72-4BAB-BC1D-EB8ADB0394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0AF732CE-8945-46D9-8A11-9304867BC4C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b="0">
                <a:latin typeface="Times" pitchFamily="-48" charset="0"/>
              </a:defRPr>
            </a:lvl1pPr>
          </a:lstStyle>
          <a:p>
            <a:pPr>
              <a:defRPr/>
            </a:pPr>
            <a:endParaRPr lang="en-US"/>
          </a:p>
        </p:txBody>
      </p:sp>
      <p:sp>
        <p:nvSpPr>
          <p:cNvPr id="91139" name="Rectangle 3">
            <a:extLst>
              <a:ext uri="{FF2B5EF4-FFF2-40B4-BE49-F238E27FC236}">
                <a16:creationId xmlns:a16="http://schemas.microsoft.com/office/drawing/2014/main" id="{5BAE9BE6-5311-4A3F-BBF6-B6EB31067998}"/>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atin typeface="Times" pitchFamily="-48" charset="0"/>
              </a:defRPr>
            </a:lvl1pPr>
          </a:lstStyle>
          <a:p>
            <a:pPr>
              <a:defRPr/>
            </a:pPr>
            <a:endParaRPr lang="en-US"/>
          </a:p>
        </p:txBody>
      </p:sp>
      <p:sp>
        <p:nvSpPr>
          <p:cNvPr id="12292" name="Rectangle 4">
            <a:extLst>
              <a:ext uri="{FF2B5EF4-FFF2-40B4-BE49-F238E27FC236}">
                <a16:creationId xmlns:a16="http://schemas.microsoft.com/office/drawing/2014/main" id="{EF4B5C3E-F9C2-4FFF-AA09-48EE26B8AEA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1" name="Rectangle 5">
            <a:extLst>
              <a:ext uri="{FF2B5EF4-FFF2-40B4-BE49-F238E27FC236}">
                <a16:creationId xmlns:a16="http://schemas.microsoft.com/office/drawing/2014/main" id="{F0939F25-F830-43E1-B251-47A7A4F93985}"/>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1142" name="Rectangle 6">
            <a:extLst>
              <a:ext uri="{FF2B5EF4-FFF2-40B4-BE49-F238E27FC236}">
                <a16:creationId xmlns:a16="http://schemas.microsoft.com/office/drawing/2014/main" id="{0E4E6748-38D8-40E0-BC32-0672B464FEE7}"/>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b="0">
                <a:latin typeface="Times" pitchFamily="-48" charset="0"/>
              </a:defRPr>
            </a:lvl1pPr>
          </a:lstStyle>
          <a:p>
            <a:pPr>
              <a:defRPr/>
            </a:pPr>
            <a:endParaRPr lang="en-US"/>
          </a:p>
        </p:txBody>
      </p:sp>
      <p:sp>
        <p:nvSpPr>
          <p:cNvPr id="91143" name="Rectangle 7">
            <a:extLst>
              <a:ext uri="{FF2B5EF4-FFF2-40B4-BE49-F238E27FC236}">
                <a16:creationId xmlns:a16="http://schemas.microsoft.com/office/drawing/2014/main" id="{109097C7-582F-4742-9F1E-500779D4B27D}"/>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a:latin typeface="Times" panose="02020603050405020304" pitchFamily="18" charset="0"/>
              </a:defRPr>
            </a:lvl1pPr>
          </a:lstStyle>
          <a:p>
            <a:pPr>
              <a:defRPr/>
            </a:pPr>
            <a:fld id="{6E02A8D8-4F9F-4AC0-A758-067784CF67F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Times" pitchFamily="-48" charset="0"/>
        <a:ea typeface="+mn-ea"/>
        <a:cs typeface="+mn-cs"/>
      </a:defRPr>
    </a:lvl1pPr>
    <a:lvl2pPr marL="342900" algn="l" rtl="0" eaLnBrk="0" fontAlgn="base" hangingPunct="0">
      <a:spcBef>
        <a:spcPct val="30000"/>
      </a:spcBef>
      <a:spcAft>
        <a:spcPct val="0"/>
      </a:spcAft>
      <a:defRPr sz="900" kern="1200">
        <a:solidFill>
          <a:schemeClr val="tx1"/>
        </a:solidFill>
        <a:latin typeface="Times" pitchFamily="-48" charset="0"/>
        <a:ea typeface="+mn-ea"/>
        <a:cs typeface="+mn-cs"/>
      </a:defRPr>
    </a:lvl2pPr>
    <a:lvl3pPr marL="685800" algn="l" rtl="0" eaLnBrk="0" fontAlgn="base" hangingPunct="0">
      <a:spcBef>
        <a:spcPct val="30000"/>
      </a:spcBef>
      <a:spcAft>
        <a:spcPct val="0"/>
      </a:spcAft>
      <a:defRPr sz="900" kern="1200">
        <a:solidFill>
          <a:schemeClr val="tx1"/>
        </a:solidFill>
        <a:latin typeface="Times" pitchFamily="-48" charset="0"/>
        <a:ea typeface="+mn-ea"/>
        <a:cs typeface="+mn-cs"/>
      </a:defRPr>
    </a:lvl3pPr>
    <a:lvl4pPr marL="1028700" algn="l" rtl="0" eaLnBrk="0" fontAlgn="base" hangingPunct="0">
      <a:spcBef>
        <a:spcPct val="30000"/>
      </a:spcBef>
      <a:spcAft>
        <a:spcPct val="0"/>
      </a:spcAft>
      <a:defRPr sz="900" kern="1200">
        <a:solidFill>
          <a:schemeClr val="tx1"/>
        </a:solidFill>
        <a:latin typeface="Times" pitchFamily="-48" charset="0"/>
        <a:ea typeface="+mn-ea"/>
        <a:cs typeface="+mn-cs"/>
      </a:defRPr>
    </a:lvl4pPr>
    <a:lvl5pPr marL="1371600" algn="l" rtl="0" eaLnBrk="0" fontAlgn="base" hangingPunct="0">
      <a:spcBef>
        <a:spcPct val="30000"/>
      </a:spcBef>
      <a:spcAft>
        <a:spcPct val="0"/>
      </a:spcAft>
      <a:defRPr sz="900" kern="1200">
        <a:solidFill>
          <a:schemeClr val="tx1"/>
        </a:solidFill>
        <a:latin typeface="Times" pitchFamily="-48"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Mid 1990s, a government agency in Massachusetts (Group Insurance Commission, GIC) released summaries of hospital visit for every state employee.</a:t>
            </a:r>
          </a:p>
          <a:p>
            <a:pPr marL="158750" indent="0">
              <a:buNone/>
            </a:pPr>
            <a:r>
              <a:rPr lang="en-US" dirty="0"/>
              <a:t>Anonymous, but included zip code, birthday and sex.</a:t>
            </a:r>
          </a:p>
          <a:p>
            <a:pPr marL="158750" indent="0">
              <a:buNone/>
            </a:pPr>
            <a:r>
              <a:rPr lang="en-US" dirty="0"/>
              <a:t>Latanya Sweeney, a PhD student at MIT, proved that the data was identifiable. She paid $20 to purchase the voter rolls of Cambridge, where the governor (William Weld) lived. The voter roll include name, address, zip code, birthday and sex. By matching these data, she identified the records of the governor, and sent it to him.</a:t>
            </a:r>
          </a:p>
        </p:txBody>
      </p:sp>
    </p:spTree>
    <p:extLst>
      <p:ext uri="{BB962C8B-B14F-4D97-AF65-F5344CB8AC3E}">
        <p14:creationId xmlns:p14="http://schemas.microsoft.com/office/powerpoint/2010/main" val="644032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6E02A8D8-4F9F-4AC0-A758-067784CF67FB}" type="slidenum">
              <a:rPr lang="en-US" altLang="en-US" smtClean="0"/>
              <a:pPr>
                <a:defRPr/>
              </a:pPr>
              <a:t>12</a:t>
            </a:fld>
            <a:endParaRPr lang="en-US" altLang="en-US"/>
          </a:p>
        </p:txBody>
      </p:sp>
    </p:spTree>
    <p:extLst>
      <p:ext uri="{BB962C8B-B14F-4D97-AF65-F5344CB8AC3E}">
        <p14:creationId xmlns:p14="http://schemas.microsoft.com/office/powerpoint/2010/main" val="3396458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8185" name="Rectangle 9"/>
          <p:cNvSpPr>
            <a:spLocks noGrp="1" noChangeArrowheads="1"/>
          </p:cNvSpPr>
          <p:nvPr>
            <p:ph type="ctrTitle" sz="quarter"/>
          </p:nvPr>
        </p:nvSpPr>
        <p:spPr>
          <a:xfrm>
            <a:off x="457200" y="133350"/>
            <a:ext cx="7924800" cy="609600"/>
          </a:xfrm>
        </p:spPr>
        <p:txBody>
          <a:bodyPr wrap="none" anchor="ctr"/>
          <a:lstStyle>
            <a:lvl1pPr algn="l">
              <a:defRPr sz="3000">
                <a:latin typeface="+mj-lt"/>
                <a:cs typeface="Calibri" pitchFamily="34" charset="0"/>
              </a:defRPr>
            </a:lvl1pPr>
          </a:lstStyle>
          <a:p>
            <a:endParaRPr lang="en-US" dirty="0"/>
          </a:p>
        </p:txBody>
      </p:sp>
    </p:spTree>
    <p:extLst>
      <p:ext uri="{BB962C8B-B14F-4D97-AF65-F5344CB8AC3E}">
        <p14:creationId xmlns:p14="http://schemas.microsoft.com/office/powerpoint/2010/main" val="286118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000"/>
            </a:lvl1pPr>
          </a:lstStyle>
          <a:p>
            <a:r>
              <a:rPr lang="en-US" dirty="0"/>
              <a:t>Click to edit Master title style</a:t>
            </a:r>
          </a:p>
        </p:txBody>
      </p:sp>
      <p:sp>
        <p:nvSpPr>
          <p:cNvPr id="3" name="Content Placeholder 2"/>
          <p:cNvSpPr>
            <a:spLocks noGrp="1"/>
          </p:cNvSpPr>
          <p:nvPr>
            <p:ph idx="1"/>
          </p:nvPr>
        </p:nvSpPr>
        <p:spPr>
          <a:xfrm>
            <a:off x="457200" y="971550"/>
            <a:ext cx="8305800" cy="4000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7861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Slide Number Placeholder 3">
            <a:extLst>
              <a:ext uri="{FF2B5EF4-FFF2-40B4-BE49-F238E27FC236}">
                <a16:creationId xmlns:a16="http://schemas.microsoft.com/office/drawing/2014/main" id="{86DAFE51-662F-413B-8050-EE165F49CE88}"/>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7BE712BE-252B-4A36-8314-13BB9F802821}" type="slidenum">
              <a:rPr lang="en-US" altLang="en-US"/>
              <a:pPr>
                <a:defRPr/>
              </a:pPr>
              <a:t>‹#›</a:t>
            </a:fld>
            <a:endParaRPr lang="en-US" altLang="en-US"/>
          </a:p>
        </p:txBody>
      </p:sp>
    </p:spTree>
    <p:extLst>
      <p:ext uri="{BB962C8B-B14F-4D97-AF65-F5344CB8AC3E}">
        <p14:creationId xmlns:p14="http://schemas.microsoft.com/office/powerpoint/2010/main" val="1646024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767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200150"/>
            <a:ext cx="40767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1BF6F164-C76B-4210-B95F-57DC1EFC2465}"/>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28AD637D-460E-4A1B-93E0-BAC2C99AC2F9}" type="slidenum">
              <a:rPr lang="en-US" altLang="en-US"/>
              <a:pPr>
                <a:defRPr/>
              </a:pPr>
              <a:t>‹#›</a:t>
            </a:fld>
            <a:endParaRPr lang="en-US" altLang="en-US"/>
          </a:p>
        </p:txBody>
      </p:sp>
    </p:spTree>
    <p:extLst>
      <p:ext uri="{BB962C8B-B14F-4D97-AF65-F5344CB8AC3E}">
        <p14:creationId xmlns:p14="http://schemas.microsoft.com/office/powerpoint/2010/main" val="236421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B7219BA-CDFF-4306-81E0-B4949BD12E9D}"/>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A790DC3D-879E-4DDB-A5DA-B28523309460}" type="slidenum">
              <a:rPr lang="en-US" altLang="en-US"/>
              <a:pPr>
                <a:defRPr/>
              </a:pPr>
              <a:t>‹#›</a:t>
            </a:fld>
            <a:endParaRPr lang="en-US" altLang="en-US"/>
          </a:p>
        </p:txBody>
      </p:sp>
    </p:spTree>
    <p:extLst>
      <p:ext uri="{BB962C8B-B14F-4D97-AF65-F5344CB8AC3E}">
        <p14:creationId xmlns:p14="http://schemas.microsoft.com/office/powerpoint/2010/main" val="813061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828E8DAD-C0B8-4A3F-A6F5-B6533461FC7D}"/>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3780C8C1-F5E9-4375-A3CD-DD02CEC2D98D}" type="slidenum">
              <a:rPr lang="en-US" altLang="en-US"/>
              <a:pPr>
                <a:defRPr/>
              </a:pPr>
              <a:t>‹#›</a:t>
            </a:fld>
            <a:endParaRPr lang="en-US" altLang="en-US"/>
          </a:p>
        </p:txBody>
      </p:sp>
    </p:spTree>
    <p:extLst>
      <p:ext uri="{BB962C8B-B14F-4D97-AF65-F5344CB8AC3E}">
        <p14:creationId xmlns:p14="http://schemas.microsoft.com/office/powerpoint/2010/main" val="3094054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67AD3D-65E9-49DB-A56F-89666118413C}"/>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E5508378-E81F-499B-9449-6B789BAD49A6}" type="slidenum">
              <a:rPr lang="en-US" altLang="en-US"/>
              <a:pPr>
                <a:defRPr/>
              </a:pPr>
              <a:t>‹#›</a:t>
            </a:fld>
            <a:endParaRPr lang="en-US" altLang="en-US"/>
          </a:p>
        </p:txBody>
      </p:sp>
    </p:spTree>
    <p:extLst>
      <p:ext uri="{BB962C8B-B14F-4D97-AF65-F5344CB8AC3E}">
        <p14:creationId xmlns:p14="http://schemas.microsoft.com/office/powerpoint/2010/main" val="3435252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Slide Number Placeholder 4">
            <a:extLst>
              <a:ext uri="{FF2B5EF4-FFF2-40B4-BE49-F238E27FC236}">
                <a16:creationId xmlns:a16="http://schemas.microsoft.com/office/drawing/2014/main" id="{8531F27D-41B3-4137-B7C0-B269561D1FAB}"/>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445AABFC-277D-40FB-8B7F-EBC5ABAEF6D9}" type="slidenum">
              <a:rPr lang="en-US" altLang="en-US"/>
              <a:pPr>
                <a:defRPr/>
              </a:pPr>
              <a:t>‹#›</a:t>
            </a:fld>
            <a:endParaRPr lang="en-US" altLang="en-US"/>
          </a:p>
        </p:txBody>
      </p:sp>
    </p:spTree>
    <p:extLst>
      <p:ext uri="{BB962C8B-B14F-4D97-AF65-F5344CB8AC3E}">
        <p14:creationId xmlns:p14="http://schemas.microsoft.com/office/powerpoint/2010/main" val="14017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Slide Number Placeholder 4">
            <a:extLst>
              <a:ext uri="{FF2B5EF4-FFF2-40B4-BE49-F238E27FC236}">
                <a16:creationId xmlns:a16="http://schemas.microsoft.com/office/drawing/2014/main" id="{71F83BD8-84A5-407F-903C-21273C087B38}"/>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B56EF2DB-C4B2-4BBB-8F24-7A2F36932C3B}" type="slidenum">
              <a:rPr lang="en-US" altLang="en-US"/>
              <a:pPr>
                <a:defRPr/>
              </a:pPr>
              <a:t>‹#›</a:t>
            </a:fld>
            <a:endParaRPr lang="en-US" altLang="en-US"/>
          </a:p>
        </p:txBody>
      </p:sp>
    </p:spTree>
    <p:extLst>
      <p:ext uri="{BB962C8B-B14F-4D97-AF65-F5344CB8AC3E}">
        <p14:creationId xmlns:p14="http://schemas.microsoft.com/office/powerpoint/2010/main" val="3884405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990CC62A-2AFF-4846-917E-A3D4427A7776}"/>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AB7D533E-71B8-4EE4-8C2D-A544052DE5B5}" type="slidenum">
              <a:rPr lang="en-US" altLang="en-US"/>
              <a:pPr>
                <a:defRPr/>
              </a:pPr>
              <a:t>‹#›</a:t>
            </a:fld>
            <a:endParaRPr lang="en-US" altLang="en-US"/>
          </a:p>
        </p:txBody>
      </p:sp>
    </p:spTree>
    <p:extLst>
      <p:ext uri="{BB962C8B-B14F-4D97-AF65-F5344CB8AC3E}">
        <p14:creationId xmlns:p14="http://schemas.microsoft.com/office/powerpoint/2010/main" val="2007377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076450" cy="4229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7150"/>
            <a:ext cx="6076950" cy="4229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916A9F7D-2384-4DBA-9030-72E8C4BCA337}"/>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C25C629F-D08A-4CE6-AE38-89AC38307FE9}" type="slidenum">
              <a:rPr lang="en-US" altLang="en-US"/>
              <a:pPr>
                <a:defRPr/>
              </a:pPr>
              <a:t>‹#›</a:t>
            </a:fld>
            <a:endParaRPr lang="en-US" altLang="en-US"/>
          </a:p>
        </p:txBody>
      </p:sp>
    </p:spTree>
    <p:extLst>
      <p:ext uri="{BB962C8B-B14F-4D97-AF65-F5344CB8AC3E}">
        <p14:creationId xmlns:p14="http://schemas.microsoft.com/office/powerpoint/2010/main" val="463164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27CD-BEC3-4B77-A4FC-1291A0E9BA35}"/>
              </a:ext>
            </a:extLst>
          </p:cNvPr>
          <p:cNvSpPr>
            <a:spLocks noGrp="1"/>
          </p:cNvSpPr>
          <p:nvPr>
            <p:ph type="ctrTitle"/>
          </p:nvPr>
        </p:nvSpPr>
        <p:spPr>
          <a:xfrm>
            <a:off x="1143000" y="841375"/>
            <a:ext cx="6858000" cy="1790700"/>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E0B922CE-0E51-4C0B-BD7F-4661EF9D5B3C}"/>
              </a:ext>
            </a:extLst>
          </p:cNvPr>
          <p:cNvSpPr>
            <a:spLocks noGrp="1"/>
          </p:cNvSpPr>
          <p:nvPr>
            <p:ph type="subTitle" idx="1"/>
          </p:nvPr>
        </p:nvSpPr>
        <p:spPr>
          <a:xfrm>
            <a:off x="1143000" y="2701926"/>
            <a:ext cx="6858000" cy="1241425"/>
          </a:xfr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Tree>
    <p:extLst>
      <p:ext uri="{BB962C8B-B14F-4D97-AF65-F5344CB8AC3E}">
        <p14:creationId xmlns:p14="http://schemas.microsoft.com/office/powerpoint/2010/main" val="744451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2966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B1C14AAB-7F7D-4892-85A3-6275F0F0B38F}"/>
              </a:ext>
            </a:extLst>
          </p:cNvPr>
          <p:cNvSpPr>
            <a:spLocks noGrp="1" noChangeArrowheads="1"/>
          </p:cNvSpPr>
          <p:nvPr>
            <p:ph type="title"/>
          </p:nvPr>
        </p:nvSpPr>
        <p:spPr bwMode="auto">
          <a:xfrm>
            <a:off x="457200" y="13335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A9C1E6EE-E402-4A4F-8DC6-74F4E674EEF1}"/>
              </a:ext>
            </a:extLst>
          </p:cNvPr>
          <p:cNvSpPr>
            <a:spLocks noGrp="1" noChangeArrowheads="1"/>
          </p:cNvSpPr>
          <p:nvPr>
            <p:ph type="body" idx="1"/>
          </p:nvPr>
        </p:nvSpPr>
        <p:spPr bwMode="auto">
          <a:xfrm>
            <a:off x="457200" y="971550"/>
            <a:ext cx="83058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Tree>
  </p:cSld>
  <p:clrMap bg1="lt1" tx1="dk1" bg2="lt2" tx2="dk2" accent1="accent1" accent2="accent2" accent3="accent3" accent4="accent4" accent5="accent5" accent6="accent6" hlink="hlink" folHlink="folHlink"/>
  <p:sldLayoutIdLst>
    <p:sldLayoutId id="2147484257" r:id="rId1"/>
    <p:sldLayoutId id="2147484256" r:id="rId2"/>
    <p:sldLayoutId id="2147484258" r:id="rId3"/>
    <p:sldLayoutId id="2147484259" r:id="rId4"/>
    <p:sldLayoutId id="2147484260" r:id="rId5"/>
    <p:sldLayoutId id="2147484261" r:id="rId6"/>
    <p:sldLayoutId id="2147484262" r:id="rId7"/>
    <p:sldLayoutId id="2147484263" r:id="rId8"/>
    <p:sldLayoutId id="2147484264" r:id="rId9"/>
    <p:sldLayoutId id="2147484265" r:id="rId10"/>
    <p:sldLayoutId id="2147484266" r:id="rId11"/>
    <p:sldLayoutId id="2147484267" r:id="rId12"/>
    <p:sldLayoutId id="2147484268" r:id="rId13"/>
  </p:sldLayoutIdLst>
  <p:hf sldNum="0" hdr="0" ftr="0" dt="0"/>
  <p:txStyles>
    <p:titleStyle>
      <a:lvl1pPr algn="l" rtl="0" eaLnBrk="0" fontAlgn="base" hangingPunct="0">
        <a:spcBef>
          <a:spcPct val="0"/>
        </a:spcBef>
        <a:spcAft>
          <a:spcPct val="0"/>
        </a:spcAft>
        <a:defRPr sz="3000" b="1">
          <a:solidFill>
            <a:srgbClr val="002040"/>
          </a:solidFill>
          <a:latin typeface="+mj-lt"/>
          <a:ea typeface="+mj-ea"/>
          <a:cs typeface="Calibri" pitchFamily="34" charset="0"/>
        </a:defRPr>
      </a:lvl1pPr>
      <a:lvl2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2pPr>
      <a:lvl3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3pPr>
      <a:lvl4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4pPr>
      <a:lvl5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5pPr>
      <a:lvl6pPr marL="342900" algn="l" rtl="0" fontAlgn="base">
        <a:spcBef>
          <a:spcPct val="0"/>
        </a:spcBef>
        <a:spcAft>
          <a:spcPct val="0"/>
        </a:spcAft>
        <a:defRPr sz="2700" b="1">
          <a:solidFill>
            <a:schemeClr val="tx1"/>
          </a:solidFill>
          <a:latin typeface="Arial" charset="0"/>
          <a:ea typeface="ヒラギノ角ゴ Pro W3" pitchFamily="-48" charset="-128"/>
        </a:defRPr>
      </a:lvl6pPr>
      <a:lvl7pPr marL="685800" algn="l" rtl="0" fontAlgn="base">
        <a:spcBef>
          <a:spcPct val="0"/>
        </a:spcBef>
        <a:spcAft>
          <a:spcPct val="0"/>
        </a:spcAft>
        <a:defRPr sz="2700" b="1">
          <a:solidFill>
            <a:schemeClr val="tx1"/>
          </a:solidFill>
          <a:latin typeface="Arial" charset="0"/>
          <a:ea typeface="ヒラギノ角ゴ Pro W3" pitchFamily="-48" charset="-128"/>
        </a:defRPr>
      </a:lvl7pPr>
      <a:lvl8pPr marL="1028700" algn="l" rtl="0" fontAlgn="base">
        <a:spcBef>
          <a:spcPct val="0"/>
        </a:spcBef>
        <a:spcAft>
          <a:spcPct val="0"/>
        </a:spcAft>
        <a:defRPr sz="2700" b="1">
          <a:solidFill>
            <a:schemeClr val="tx1"/>
          </a:solidFill>
          <a:latin typeface="Arial" charset="0"/>
          <a:ea typeface="ヒラギノ角ゴ Pro W3" pitchFamily="-48" charset="-128"/>
        </a:defRPr>
      </a:lvl8pPr>
      <a:lvl9pPr marL="1371600" algn="l" rtl="0" fontAlgn="base">
        <a:spcBef>
          <a:spcPct val="0"/>
        </a:spcBef>
        <a:spcAft>
          <a:spcPct val="0"/>
        </a:spcAft>
        <a:defRPr sz="2700" b="1">
          <a:solidFill>
            <a:schemeClr val="tx1"/>
          </a:solidFill>
          <a:latin typeface="Arial" charset="0"/>
          <a:ea typeface="ヒラギノ角ゴ Pro W3" pitchFamily="-48" charset="-128"/>
        </a:defRPr>
      </a:lvl9pPr>
    </p:titleStyle>
    <p:bodyStyle>
      <a:lvl1pPr marL="228600" indent="-228600" algn="l" rtl="0" eaLnBrk="0" fontAlgn="base" hangingPunct="0">
        <a:spcBef>
          <a:spcPts val="1200"/>
        </a:spcBef>
        <a:spcAft>
          <a:spcPct val="0"/>
        </a:spcAft>
        <a:buClr>
          <a:srgbClr val="002040"/>
        </a:buClr>
        <a:buFont typeface="Times" panose="02020603050405020304" pitchFamily="18" charset="0"/>
        <a:buChar char="•"/>
        <a:defRPr sz="2200">
          <a:solidFill>
            <a:srgbClr val="002040"/>
          </a:solidFill>
          <a:latin typeface="+mn-lt"/>
          <a:ea typeface="+mn-ea"/>
          <a:cs typeface="Calibri" pitchFamily="34" charset="0"/>
        </a:defRPr>
      </a:lvl1pPr>
      <a:lvl2pPr marL="514350" indent="-214313" algn="l" rtl="0" eaLnBrk="0" fontAlgn="base" hangingPunct="0">
        <a:spcBef>
          <a:spcPts val="300"/>
        </a:spcBef>
        <a:spcAft>
          <a:spcPct val="0"/>
        </a:spcAft>
        <a:buClr>
          <a:schemeClr val="bg2"/>
        </a:buClr>
        <a:buChar char="–"/>
        <a:defRPr sz="1700">
          <a:solidFill>
            <a:srgbClr val="002040">
              <a:alpha val="70000"/>
            </a:srgbClr>
          </a:solidFill>
          <a:latin typeface="HelveticaNeueLT Com 45 Lt" panose="020B0403020202020204" pitchFamily="34" charset="0"/>
          <a:ea typeface="+mn-ea"/>
          <a:cs typeface="Calibri" pitchFamily="34" charset="0"/>
        </a:defRPr>
      </a:lvl2pPr>
      <a:lvl3pPr marL="744538" indent="-171450" algn="l" rtl="0" eaLnBrk="0" fontAlgn="base" hangingPunct="0">
        <a:spcBef>
          <a:spcPts val="200"/>
        </a:spcBef>
        <a:spcAft>
          <a:spcPct val="0"/>
        </a:spcAft>
        <a:buClr>
          <a:schemeClr val="bg2"/>
        </a:buClr>
        <a:buFont typeface="Wingdings" panose="05000000000000000000" pitchFamily="2" charset="2"/>
        <a:buChar char="§"/>
        <a:defRPr sz="1200">
          <a:solidFill>
            <a:srgbClr val="002040">
              <a:alpha val="55000"/>
            </a:srgbClr>
          </a:solidFill>
          <a:latin typeface="HelveticaNeueLT Com 35 Th" panose="020B0403020202020204" pitchFamily="34" charset="0"/>
          <a:ea typeface="+mn-ea"/>
          <a:cs typeface="Calibri" pitchFamily="34" charset="0"/>
        </a:defRPr>
      </a:lvl3pPr>
      <a:lvl4pPr marL="969963" indent="-171450" algn="l" rtl="0" eaLnBrk="0" fontAlgn="base" hangingPunct="0">
        <a:spcBef>
          <a:spcPts val="200"/>
        </a:spcBef>
        <a:spcAft>
          <a:spcPct val="0"/>
        </a:spcAft>
        <a:buClr>
          <a:schemeClr val="bg2"/>
        </a:buClr>
        <a:buChar char="–"/>
        <a:defRPr sz="1050">
          <a:solidFill>
            <a:srgbClr val="002040">
              <a:alpha val="30000"/>
            </a:srgbClr>
          </a:solidFill>
          <a:latin typeface="HelveticaNeueLT Com 35 Th" panose="020B0403020202020204" pitchFamily="34" charset="0"/>
          <a:ea typeface="+mn-ea"/>
          <a:cs typeface="Calibri" pitchFamily="34" charset="0"/>
        </a:defRPr>
      </a:lvl4pPr>
      <a:lvl5pPr marL="1200150" indent="-171450" algn="l" rtl="0" eaLnBrk="0" fontAlgn="base" hangingPunct="0">
        <a:spcBef>
          <a:spcPts val="200"/>
        </a:spcBef>
        <a:spcAft>
          <a:spcPct val="0"/>
        </a:spcAft>
        <a:buClr>
          <a:schemeClr val="bg2"/>
        </a:buClr>
        <a:buChar char="»"/>
        <a:defRPr sz="900">
          <a:solidFill>
            <a:srgbClr val="002040">
              <a:alpha val="30000"/>
            </a:srgbClr>
          </a:solidFill>
          <a:latin typeface="HelveticaNeueLT Com 35 Th" panose="020B0403020202020204" pitchFamily="34" charset="0"/>
          <a:ea typeface="+mn-ea"/>
          <a:cs typeface="Calibri" pitchFamily="34" charset="0"/>
        </a:defRPr>
      </a:lvl5pPr>
      <a:lvl6pPr marL="1885950" indent="-171450" algn="l" rtl="0" fontAlgn="base">
        <a:spcBef>
          <a:spcPct val="20000"/>
        </a:spcBef>
        <a:spcAft>
          <a:spcPct val="0"/>
        </a:spcAft>
        <a:buClr>
          <a:schemeClr val="bg2"/>
        </a:buClr>
        <a:buChar char="»"/>
        <a:defRPr sz="1500">
          <a:solidFill>
            <a:schemeClr val="tx1"/>
          </a:solidFill>
          <a:latin typeface="+mn-lt"/>
          <a:ea typeface="+mn-ea"/>
        </a:defRPr>
      </a:lvl6pPr>
      <a:lvl7pPr marL="2228850" indent="-171450" algn="l" rtl="0" fontAlgn="base">
        <a:spcBef>
          <a:spcPct val="20000"/>
        </a:spcBef>
        <a:spcAft>
          <a:spcPct val="0"/>
        </a:spcAft>
        <a:buClr>
          <a:schemeClr val="bg2"/>
        </a:buClr>
        <a:buChar char="»"/>
        <a:defRPr sz="1500">
          <a:solidFill>
            <a:schemeClr val="tx1"/>
          </a:solidFill>
          <a:latin typeface="+mn-lt"/>
          <a:ea typeface="+mn-ea"/>
        </a:defRPr>
      </a:lvl7pPr>
      <a:lvl8pPr marL="2571750" indent="-171450" algn="l" rtl="0" fontAlgn="base">
        <a:spcBef>
          <a:spcPct val="20000"/>
        </a:spcBef>
        <a:spcAft>
          <a:spcPct val="0"/>
        </a:spcAft>
        <a:buClr>
          <a:schemeClr val="bg2"/>
        </a:buClr>
        <a:buChar char="»"/>
        <a:defRPr sz="1500">
          <a:solidFill>
            <a:schemeClr val="tx1"/>
          </a:solidFill>
          <a:latin typeface="+mn-lt"/>
          <a:ea typeface="+mn-ea"/>
        </a:defRPr>
      </a:lvl8pPr>
      <a:lvl9pPr marL="2914650" indent="-171450" algn="l" rtl="0" fontAlgn="base">
        <a:spcBef>
          <a:spcPct val="20000"/>
        </a:spcBef>
        <a:spcAft>
          <a:spcPct val="0"/>
        </a:spcAft>
        <a:buClr>
          <a:schemeClr val="bg2"/>
        </a:buClr>
        <a:buChar char="»"/>
        <a:defRPr sz="1500">
          <a:solidFill>
            <a:schemeClr val="tx1"/>
          </a:solidFill>
          <a:latin typeface="+mn-lt"/>
          <a:ea typeface="+mn-ea"/>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hyperlink" Target="https://www.iq.harvard.edu/people/latanya-sweeney"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forbes.com/sites/kashmirhill/2012/02/16/how-target-figured-out-a-teen-girl-was-pregnant-before-her-father-did/"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2012.07805"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CD041-6123-41EC-8961-0E182C690F32}"/>
              </a:ext>
            </a:extLst>
          </p:cNvPr>
          <p:cNvSpPr>
            <a:spLocks noGrp="1"/>
          </p:cNvSpPr>
          <p:nvPr>
            <p:ph type="ctrTitle"/>
          </p:nvPr>
        </p:nvSpPr>
        <p:spPr>
          <a:xfrm>
            <a:off x="1143000" y="864695"/>
            <a:ext cx="6858000" cy="1790700"/>
          </a:xfrm>
        </p:spPr>
        <p:txBody>
          <a:bodyPr anchor="ctr">
            <a:normAutofit/>
          </a:bodyPr>
          <a:lstStyle/>
          <a:p>
            <a:pPr>
              <a:spcBef>
                <a:spcPts val="0"/>
              </a:spcBef>
              <a:spcAft>
                <a:spcPts val="2000"/>
              </a:spcAft>
            </a:pPr>
            <a:r>
              <a:rPr lang="en-CA" dirty="0"/>
              <a:t>Privacy</a:t>
            </a:r>
            <a:br>
              <a:rPr lang="en-CA" dirty="0"/>
            </a:br>
            <a:br>
              <a:rPr lang="en-CA" sz="1200" dirty="0"/>
            </a:br>
            <a:r>
              <a:rPr lang="en-CA" sz="2800" dirty="0">
                <a:latin typeface="HelveticaNeueLT Com 45 Lt" panose="020B0403020202020204" pitchFamily="34" charset="0"/>
              </a:rPr>
              <a:t>Lecture 5</a:t>
            </a:r>
            <a:endParaRPr lang="en-US" dirty="0"/>
          </a:p>
        </p:txBody>
      </p:sp>
      <p:sp>
        <p:nvSpPr>
          <p:cNvPr id="7" name="Subtitle 2">
            <a:extLst>
              <a:ext uri="{FF2B5EF4-FFF2-40B4-BE49-F238E27FC236}">
                <a16:creationId xmlns:a16="http://schemas.microsoft.com/office/drawing/2014/main" id="{5B1FE0D9-EFCE-956A-3564-001E5B314E5E}"/>
              </a:ext>
            </a:extLst>
          </p:cNvPr>
          <p:cNvSpPr>
            <a:spLocks noGrp="1"/>
          </p:cNvSpPr>
          <p:nvPr/>
        </p:nvSpPr>
        <p:spPr bwMode="auto">
          <a:xfrm>
            <a:off x="1285875" y="3489639"/>
            <a:ext cx="6858000" cy="162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ts val="1200"/>
              </a:spcBef>
              <a:spcAft>
                <a:spcPct val="0"/>
              </a:spcAft>
              <a:buClr>
                <a:srgbClr val="002040"/>
              </a:buClr>
              <a:buFont typeface="Times" panose="02020603050405020304" pitchFamily="18" charset="0"/>
              <a:buNone/>
              <a:defRPr sz="2400">
                <a:solidFill>
                  <a:srgbClr val="002040"/>
                </a:solidFill>
                <a:latin typeface="+mn-lt"/>
                <a:ea typeface="+mn-ea"/>
                <a:cs typeface="Calibri" pitchFamily="34" charset="0"/>
              </a:defRPr>
            </a:lvl1pPr>
            <a:lvl2pPr marL="457189" indent="0" algn="ctr" rtl="0" eaLnBrk="0" fontAlgn="base" hangingPunct="0">
              <a:spcBef>
                <a:spcPts val="300"/>
              </a:spcBef>
              <a:spcAft>
                <a:spcPct val="0"/>
              </a:spcAft>
              <a:buClr>
                <a:schemeClr val="bg2"/>
              </a:buClr>
              <a:buNone/>
              <a:defRPr sz="2000">
                <a:solidFill>
                  <a:srgbClr val="002040">
                    <a:alpha val="70000"/>
                  </a:srgbClr>
                </a:solidFill>
                <a:latin typeface="HelveticaNeueLT Com 45 Lt" panose="020B0403020202020204" pitchFamily="34" charset="0"/>
                <a:ea typeface="+mn-ea"/>
                <a:cs typeface="Calibri" pitchFamily="34" charset="0"/>
              </a:defRPr>
            </a:lvl2pPr>
            <a:lvl3pPr marL="914378" indent="0" algn="ctr" rtl="0" eaLnBrk="0" fontAlgn="base" hangingPunct="0">
              <a:spcBef>
                <a:spcPts val="200"/>
              </a:spcBef>
              <a:spcAft>
                <a:spcPct val="0"/>
              </a:spcAft>
              <a:buClr>
                <a:schemeClr val="bg2"/>
              </a:buClr>
              <a:buFont typeface="Wingdings" panose="05000000000000000000" pitchFamily="2" charset="2"/>
              <a:buNone/>
              <a:defRPr sz="1800">
                <a:solidFill>
                  <a:srgbClr val="002040">
                    <a:alpha val="55000"/>
                  </a:srgbClr>
                </a:solidFill>
                <a:latin typeface="HelveticaNeueLT Com 35 Th" panose="020B0403020202020204" pitchFamily="34" charset="0"/>
                <a:ea typeface="+mn-ea"/>
                <a:cs typeface="Calibri" pitchFamily="34" charset="0"/>
              </a:defRPr>
            </a:lvl3pPr>
            <a:lvl4pPr marL="1371566" indent="0" algn="ctr" rtl="0" eaLnBrk="0" fontAlgn="base" hangingPunct="0">
              <a:spcBef>
                <a:spcPts val="200"/>
              </a:spcBef>
              <a:spcAft>
                <a:spcPct val="0"/>
              </a:spcAft>
              <a:buClr>
                <a:schemeClr val="bg2"/>
              </a:buClr>
              <a:buNone/>
              <a:defRPr sz="1600">
                <a:solidFill>
                  <a:srgbClr val="002040">
                    <a:alpha val="30000"/>
                  </a:srgbClr>
                </a:solidFill>
                <a:latin typeface="HelveticaNeueLT Com 35 Th" panose="020B0403020202020204" pitchFamily="34" charset="0"/>
                <a:ea typeface="+mn-ea"/>
                <a:cs typeface="Calibri" pitchFamily="34" charset="0"/>
              </a:defRPr>
            </a:lvl4pPr>
            <a:lvl5pPr marL="1828754" indent="0" algn="ctr" rtl="0" eaLnBrk="0" fontAlgn="base" hangingPunct="0">
              <a:spcBef>
                <a:spcPts val="200"/>
              </a:spcBef>
              <a:spcAft>
                <a:spcPct val="0"/>
              </a:spcAft>
              <a:buClr>
                <a:schemeClr val="bg2"/>
              </a:buClr>
              <a:buNone/>
              <a:defRPr sz="1600">
                <a:solidFill>
                  <a:srgbClr val="002040">
                    <a:alpha val="30000"/>
                  </a:srgbClr>
                </a:solidFill>
                <a:latin typeface="HelveticaNeueLT Com 35 Th" panose="020B0403020202020204" pitchFamily="34" charset="0"/>
                <a:ea typeface="+mn-ea"/>
                <a:cs typeface="Calibri" pitchFamily="34" charset="0"/>
              </a:defRPr>
            </a:lvl5pPr>
            <a:lvl6pPr marL="2285943" indent="0" algn="ctr" rtl="0" fontAlgn="base">
              <a:spcBef>
                <a:spcPct val="20000"/>
              </a:spcBef>
              <a:spcAft>
                <a:spcPct val="0"/>
              </a:spcAft>
              <a:buClr>
                <a:schemeClr val="bg2"/>
              </a:buClr>
              <a:buNone/>
              <a:defRPr sz="1600">
                <a:solidFill>
                  <a:schemeClr val="tx1"/>
                </a:solidFill>
                <a:latin typeface="+mn-lt"/>
                <a:ea typeface="+mn-ea"/>
              </a:defRPr>
            </a:lvl6pPr>
            <a:lvl7pPr marL="2743132" indent="0" algn="ctr" rtl="0" fontAlgn="base">
              <a:spcBef>
                <a:spcPct val="20000"/>
              </a:spcBef>
              <a:spcAft>
                <a:spcPct val="0"/>
              </a:spcAft>
              <a:buClr>
                <a:schemeClr val="bg2"/>
              </a:buClr>
              <a:buNone/>
              <a:defRPr sz="1600">
                <a:solidFill>
                  <a:schemeClr val="tx1"/>
                </a:solidFill>
                <a:latin typeface="+mn-lt"/>
                <a:ea typeface="+mn-ea"/>
              </a:defRPr>
            </a:lvl7pPr>
            <a:lvl8pPr marL="3200320" indent="0" algn="ctr" rtl="0" fontAlgn="base">
              <a:spcBef>
                <a:spcPct val="20000"/>
              </a:spcBef>
              <a:spcAft>
                <a:spcPct val="0"/>
              </a:spcAft>
              <a:buClr>
                <a:schemeClr val="bg2"/>
              </a:buClr>
              <a:buNone/>
              <a:defRPr sz="1600">
                <a:solidFill>
                  <a:schemeClr val="tx1"/>
                </a:solidFill>
                <a:latin typeface="+mn-lt"/>
                <a:ea typeface="+mn-ea"/>
              </a:defRPr>
            </a:lvl8pPr>
            <a:lvl9pPr marL="3657509" indent="0" algn="ctr" rtl="0" fontAlgn="base">
              <a:spcBef>
                <a:spcPct val="20000"/>
              </a:spcBef>
              <a:spcAft>
                <a:spcPct val="0"/>
              </a:spcAft>
              <a:buClr>
                <a:schemeClr val="bg2"/>
              </a:buClr>
              <a:buNone/>
              <a:defRPr sz="1600">
                <a:solidFill>
                  <a:schemeClr val="tx1"/>
                </a:solidFill>
                <a:latin typeface="+mn-lt"/>
                <a:ea typeface="+mn-ea"/>
              </a:defRPr>
            </a:lvl9pPr>
          </a:lstStyle>
          <a:p>
            <a:pPr lvl="0" defTabSz="914400" eaLnBrk="1" fontAlgn="auto" hangingPunct="1">
              <a:spcAft>
                <a:spcPts val="0"/>
              </a:spcAft>
            </a:pPr>
            <a:r>
              <a:rPr lang="en-CA" sz="2800" dirty="0">
                <a:solidFill>
                  <a:prstClr val="black">
                    <a:tint val="75000"/>
                  </a:prstClr>
                </a:solidFill>
                <a:latin typeface="HelveticaNeueLT Com 55 Roman" panose="020B0604020202020204" pitchFamily="34" charset="0"/>
                <a:ea typeface="+mn-ea"/>
                <a:cs typeface="+mn-cs"/>
              </a:rPr>
              <a:t>Computers &amp; </a:t>
            </a:r>
            <a:r>
              <a:rPr lang="en-CA" sz="2800" dirty="0">
                <a:solidFill>
                  <a:prstClr val="white">
                    <a:lumMod val="50000"/>
                  </a:prstClr>
                </a:solidFill>
                <a:latin typeface="HelveticaNeueLT Com 55 Roman" panose="020B0604020202020204" pitchFamily="34" charset="0"/>
                <a:ea typeface="+mn-ea"/>
                <a:cs typeface="+mn-cs"/>
              </a:rPr>
              <a:t>Society</a:t>
            </a:r>
            <a:r>
              <a:rPr lang="en-CA" sz="2800" dirty="0">
                <a:solidFill>
                  <a:prstClr val="black">
                    <a:tint val="75000"/>
                  </a:prstClr>
                </a:solidFill>
                <a:latin typeface="HelveticaNeueLT Com 55 Roman" panose="020B0604020202020204" pitchFamily="34" charset="0"/>
                <a:ea typeface="+mn-ea"/>
                <a:cs typeface="+mn-cs"/>
              </a:rPr>
              <a:t> </a:t>
            </a:r>
            <a:r>
              <a:rPr lang="en-CA" sz="2000" dirty="0">
                <a:solidFill>
                  <a:prstClr val="black">
                    <a:tint val="75000"/>
                  </a:prstClr>
                </a:solidFill>
                <a:latin typeface="HelveticaNeueLT Com 55 Roman" panose="020B0604020202020204" pitchFamily="34" charset="0"/>
                <a:ea typeface="+mn-ea"/>
                <a:cs typeface="+mn-cs"/>
              </a:rPr>
              <a:t>(CPSC 430)</a:t>
            </a:r>
            <a:endParaRPr lang="en-CA" sz="2800" dirty="0">
              <a:solidFill>
                <a:prstClr val="black">
                  <a:tint val="75000"/>
                </a:prstClr>
              </a:solidFill>
              <a:latin typeface="HelveticaNeueLT Com 55 Roman" panose="020B0604020202020204" pitchFamily="34" charset="0"/>
              <a:ea typeface="+mn-ea"/>
              <a:cs typeface="+mn-cs"/>
            </a:endParaRPr>
          </a:p>
          <a:p>
            <a:pPr lvl="0" defTabSz="914400" eaLnBrk="1" fontAlgn="auto" hangingPunct="1">
              <a:spcAft>
                <a:spcPts val="0"/>
              </a:spcAft>
            </a:pPr>
            <a:r>
              <a:rPr lang="en-CA" sz="1600" dirty="0">
                <a:solidFill>
                  <a:prstClr val="black">
                    <a:tint val="75000"/>
                  </a:prstClr>
                </a:solidFill>
                <a:latin typeface="HelveticaNeueLT Com 35 Th" panose="020B0403020202020204" pitchFamily="34" charset="0"/>
                <a:ea typeface="+mn-ea"/>
                <a:cs typeface="+mn-cs"/>
              </a:rPr>
              <a:t>Giulia Toti</a:t>
            </a:r>
          </a:p>
        </p:txBody>
      </p:sp>
    </p:spTree>
    <p:extLst>
      <p:ext uri="{BB962C8B-B14F-4D97-AF65-F5344CB8AC3E}">
        <p14:creationId xmlns:p14="http://schemas.microsoft.com/office/powerpoint/2010/main" val="399683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FD768A2-0C6B-4E28-9825-1BBB4A392841}"/>
              </a:ext>
            </a:extLst>
          </p:cNvPr>
          <p:cNvSpPr>
            <a:spLocks noGrp="1" noChangeArrowheads="1"/>
          </p:cNvSpPr>
          <p:nvPr>
            <p:ph type="title"/>
          </p:nvPr>
        </p:nvSpPr>
        <p:spPr/>
        <p:txBody>
          <a:bodyPr/>
          <a:lstStyle/>
          <a:p>
            <a:r>
              <a:rPr lang="en-CA" altLang="en-US"/>
              <a:t>Getting Started with Privacy</a:t>
            </a:r>
          </a:p>
        </p:txBody>
      </p:sp>
      <p:sp>
        <p:nvSpPr>
          <p:cNvPr id="14339" name="Content Placeholder 2">
            <a:extLst>
              <a:ext uri="{FF2B5EF4-FFF2-40B4-BE49-F238E27FC236}">
                <a16:creationId xmlns:a16="http://schemas.microsoft.com/office/drawing/2014/main" id="{FB86408F-58A3-4496-9B83-8F6A1CC34929}"/>
              </a:ext>
            </a:extLst>
          </p:cNvPr>
          <p:cNvSpPr>
            <a:spLocks noGrp="1" noChangeArrowheads="1"/>
          </p:cNvSpPr>
          <p:nvPr>
            <p:ph idx="1"/>
          </p:nvPr>
        </p:nvSpPr>
        <p:spPr/>
        <p:txBody>
          <a:bodyPr/>
          <a:lstStyle/>
          <a:p>
            <a:r>
              <a:rPr lang="en-CA" altLang="en-US"/>
              <a:t>What is Privacy?</a:t>
            </a:r>
          </a:p>
          <a:p>
            <a:pPr lvl="1"/>
            <a:r>
              <a:rPr lang="en-CA" altLang="en-US"/>
              <a:t>Work in a group.</a:t>
            </a:r>
          </a:p>
          <a:p>
            <a:pPr lvl="1"/>
            <a:r>
              <a:rPr lang="en-CA" altLang="en-US"/>
              <a:t>Come up with the best definition of the term you can.</a:t>
            </a:r>
          </a:p>
          <a:p>
            <a:pPr lvl="1"/>
            <a:r>
              <a:rPr lang="en-CA" altLang="en-US"/>
              <a:t>Try to think of </a:t>
            </a:r>
          </a:p>
          <a:p>
            <a:pPr lvl="2"/>
            <a:r>
              <a:rPr lang="en-CA" altLang="en-US"/>
              <a:t>The example least like privacy that is still captured by your definition</a:t>
            </a:r>
          </a:p>
          <a:p>
            <a:pPr lvl="2"/>
            <a:r>
              <a:rPr lang="en-CA" altLang="en-US"/>
              <a:t>The example most like privacy that fails your definition</a:t>
            </a:r>
          </a:p>
          <a:p>
            <a:pPr lvl="1"/>
            <a:r>
              <a:rPr lang="en-CA" altLang="en-US"/>
              <a:t>(We’re not worried at this point about whether privacy ought to be a right; that’s our next topic)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026E2A8-861C-4AF1-B56E-0E6A834B5202}"/>
              </a:ext>
            </a:extLst>
          </p:cNvPr>
          <p:cNvSpPr>
            <a:spLocks noGrp="1" noChangeArrowheads="1"/>
          </p:cNvSpPr>
          <p:nvPr>
            <p:ph type="title"/>
          </p:nvPr>
        </p:nvSpPr>
        <p:spPr/>
        <p:txBody>
          <a:bodyPr/>
          <a:lstStyle/>
          <a:p>
            <a:r>
              <a:rPr lang="en-US" altLang="en-US"/>
              <a:t>Defining Privacy</a:t>
            </a:r>
          </a:p>
        </p:txBody>
      </p:sp>
      <p:sp>
        <p:nvSpPr>
          <p:cNvPr id="15363" name="Rectangle 3">
            <a:extLst>
              <a:ext uri="{FF2B5EF4-FFF2-40B4-BE49-F238E27FC236}">
                <a16:creationId xmlns:a16="http://schemas.microsoft.com/office/drawing/2014/main" id="{CAAB9BFD-F9F3-49A6-9594-772E86BFABB0}"/>
              </a:ext>
            </a:extLst>
          </p:cNvPr>
          <p:cNvSpPr>
            <a:spLocks noGrp="1" noChangeArrowheads="1"/>
          </p:cNvSpPr>
          <p:nvPr>
            <p:ph type="body" idx="1"/>
          </p:nvPr>
        </p:nvSpPr>
        <p:spPr/>
        <p:txBody>
          <a:bodyPr/>
          <a:lstStyle/>
          <a:p>
            <a:r>
              <a:rPr lang="en-US" altLang="en-US" dirty="0"/>
              <a:t>Privacy is related to the notion of access</a:t>
            </a:r>
          </a:p>
          <a:p>
            <a:pPr lvl="1"/>
            <a:r>
              <a:rPr lang="en-US" altLang="en-US" dirty="0"/>
              <a:t>Physical proximity to you</a:t>
            </a:r>
          </a:p>
          <a:p>
            <a:pPr lvl="1"/>
            <a:r>
              <a:rPr lang="en-US" altLang="en-US" dirty="0"/>
              <a:t>Knowledge about you</a:t>
            </a:r>
          </a:p>
          <a:p>
            <a:r>
              <a:rPr lang="en-US" altLang="en-US" dirty="0"/>
              <a:t>Byrne: Privacy is a “zone of inaccessibility”</a:t>
            </a:r>
          </a:p>
          <a:p>
            <a:pPr lvl="1"/>
            <a:r>
              <a:rPr lang="en-CA" altLang="en-US" dirty="0"/>
              <a:t>your ability to deny others access to you</a:t>
            </a:r>
            <a:endParaRPr lang="en-US" altLang="en-US" dirty="0"/>
          </a:p>
          <a:p>
            <a:r>
              <a:rPr lang="en-US" altLang="en-US" dirty="0"/>
              <a:t>Bloustein: Privacy violations are an affront to human dignity</a:t>
            </a:r>
          </a:p>
          <a:p>
            <a:r>
              <a:rPr lang="en-US" altLang="en-US" dirty="0"/>
              <a:t>Too much individual privacy can harm society</a:t>
            </a:r>
          </a:p>
          <a:p>
            <a:pPr lvl="1"/>
            <a:r>
              <a:rPr lang="en-US" altLang="en-US" i="1" dirty="0"/>
              <a:t>Can you think of examples?</a:t>
            </a:r>
          </a:p>
          <a:p>
            <a:r>
              <a:rPr lang="en-US" altLang="en-US" dirty="0"/>
              <a:t>Key question: Where to draw the line?</a:t>
            </a:r>
          </a:p>
          <a:p>
            <a:pPr lvl="1"/>
            <a:r>
              <a:rPr lang="en-US" altLang="en-US" dirty="0"/>
              <a:t>Does the line change depending on our role in society?</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A65297E-6FA3-4F4B-9484-9F1C5CA315E3}"/>
              </a:ext>
            </a:extLst>
          </p:cNvPr>
          <p:cNvSpPr>
            <a:spLocks noGrp="1" noChangeArrowheads="1"/>
          </p:cNvSpPr>
          <p:nvPr>
            <p:ph type="title"/>
          </p:nvPr>
        </p:nvSpPr>
        <p:spPr/>
        <p:txBody>
          <a:bodyPr/>
          <a:lstStyle/>
          <a:p>
            <a:r>
              <a:rPr lang="en-US" altLang="en-US"/>
              <a:t>Benefits and Harms</a:t>
            </a:r>
          </a:p>
        </p:txBody>
      </p:sp>
      <p:sp>
        <p:nvSpPr>
          <p:cNvPr id="10244" name="Rectangle 3">
            <a:extLst>
              <a:ext uri="{FF2B5EF4-FFF2-40B4-BE49-F238E27FC236}">
                <a16:creationId xmlns:a16="http://schemas.microsoft.com/office/drawing/2014/main" id="{8E9E8807-292F-4F3D-9932-9F54FA6C91A2}"/>
              </a:ext>
            </a:extLst>
          </p:cNvPr>
          <p:cNvSpPr>
            <a:spLocks noGrp="1" noChangeArrowheads="1"/>
          </p:cNvSpPr>
          <p:nvPr>
            <p:ph type="body" idx="1"/>
          </p:nvPr>
        </p:nvSpPr>
        <p:spPr/>
        <p:txBody>
          <a:bodyPr>
            <a:normAutofit lnSpcReduction="10000"/>
          </a:bodyPr>
          <a:lstStyle/>
          <a:p>
            <a:r>
              <a:rPr lang="en-US" dirty="0"/>
              <a:t>Harms of Privacy</a:t>
            </a:r>
          </a:p>
          <a:p>
            <a:pPr lvl="1"/>
            <a:r>
              <a:rPr lang="en-US" dirty="0"/>
              <a:t>Cover for illegal or immoral activities</a:t>
            </a:r>
          </a:p>
          <a:p>
            <a:pPr lvl="1"/>
            <a:r>
              <a:rPr lang="en-US" dirty="0"/>
              <a:t>Burden on the nuclear family</a:t>
            </a:r>
          </a:p>
          <a:p>
            <a:pPr lvl="2"/>
            <a:r>
              <a:rPr lang="en-CA" dirty="0"/>
              <a:t>With less privacy comes more broadly shared responsibility</a:t>
            </a:r>
            <a:endParaRPr lang="en-US" dirty="0"/>
          </a:p>
          <a:p>
            <a:pPr lvl="2"/>
            <a:r>
              <a:rPr lang="en-US" dirty="0"/>
              <a:t>Relatedly, allows dysfunctional families to remain hidden</a:t>
            </a:r>
          </a:p>
          <a:p>
            <a:pPr lvl="1"/>
            <a:r>
              <a:rPr lang="en-US" dirty="0"/>
              <a:t>Ignored people on society’s fringes</a:t>
            </a:r>
          </a:p>
          <a:p>
            <a:pPr lvl="2"/>
            <a:r>
              <a:rPr lang="en-US" dirty="0"/>
              <a:t>cursed with too much privacy</a:t>
            </a:r>
          </a:p>
          <a:p>
            <a:r>
              <a:rPr lang="en-US" dirty="0"/>
              <a:t>Benefits of Privacy</a:t>
            </a:r>
          </a:p>
          <a:p>
            <a:pPr lvl="1"/>
            <a:r>
              <a:rPr lang="en-US" dirty="0"/>
              <a:t>Individual growth &amp; responsibility</a:t>
            </a:r>
          </a:p>
          <a:p>
            <a:pPr lvl="2"/>
            <a:r>
              <a:rPr lang="en-US" dirty="0"/>
              <a:t>Individuation, a key psychological stage, requires privacy</a:t>
            </a:r>
          </a:p>
          <a:p>
            <a:pPr lvl="2"/>
            <a:r>
              <a:rPr lang="en-CA" dirty="0"/>
              <a:t>Without privacy, you can’t be considered free, hence held responsible</a:t>
            </a:r>
            <a:endParaRPr lang="en-US" dirty="0"/>
          </a:p>
          <a:p>
            <a:pPr lvl="1"/>
            <a:r>
              <a:rPr lang="en-US" dirty="0"/>
              <a:t>Freedom to be yourself </a:t>
            </a:r>
          </a:p>
          <a:p>
            <a:pPr lvl="2"/>
            <a:r>
              <a:rPr lang="en-US" dirty="0"/>
              <a:t>not having to act as though others are watching, maintain a public persona</a:t>
            </a:r>
          </a:p>
          <a:p>
            <a:pPr lvl="2"/>
            <a:r>
              <a:rPr lang="en-CA" dirty="0"/>
              <a:t>Focus your thoughts on a creative (or religious) task without interruption</a:t>
            </a:r>
          </a:p>
          <a:p>
            <a:pPr lvl="1"/>
            <a:r>
              <a:rPr lang="en-US" dirty="0"/>
              <a:t>Development of loving, trusting, caring, intimate relationships</a:t>
            </a:r>
          </a:p>
          <a:p>
            <a:pPr lvl="2"/>
            <a:r>
              <a:rPr lang="en-CA" dirty="0"/>
              <a:t>inconceivable without the “moral capital” of privacy</a:t>
            </a:r>
            <a:endParaRPr lang="en-US" dirty="0"/>
          </a:p>
          <a:p>
            <a:pPr marL="300037" lvl="1" indent="0">
              <a:buNone/>
            </a:pPr>
            <a:endParaRPr lang="en-US"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AF7B7C2-9E8D-41A1-8007-8D04A9C56362}"/>
              </a:ext>
            </a:extLst>
          </p:cNvPr>
          <p:cNvSpPr>
            <a:spLocks noGrp="1" noChangeArrowheads="1"/>
          </p:cNvSpPr>
          <p:nvPr>
            <p:ph type="title"/>
          </p:nvPr>
        </p:nvSpPr>
        <p:spPr/>
        <p:txBody>
          <a:bodyPr/>
          <a:lstStyle/>
          <a:p>
            <a:pPr eaLnBrk="1" hangingPunct="1"/>
            <a:r>
              <a:rPr lang="en-US" altLang="en-US"/>
              <a:t>Is There a Natural Right to Privacy?</a:t>
            </a:r>
          </a:p>
        </p:txBody>
      </p:sp>
      <p:sp>
        <p:nvSpPr>
          <p:cNvPr id="15363" name="Rectangle 3">
            <a:extLst>
              <a:ext uri="{FF2B5EF4-FFF2-40B4-BE49-F238E27FC236}">
                <a16:creationId xmlns:a16="http://schemas.microsoft.com/office/drawing/2014/main" id="{B8CB1C84-E212-4B32-9601-3314C4844F2C}"/>
              </a:ext>
            </a:extLst>
          </p:cNvPr>
          <p:cNvSpPr>
            <a:spLocks noGrp="1" noChangeArrowheads="1"/>
          </p:cNvSpPr>
          <p:nvPr>
            <p:ph type="body" idx="1"/>
          </p:nvPr>
        </p:nvSpPr>
        <p:spPr/>
        <p:txBody>
          <a:bodyPr>
            <a:normAutofit fontScale="85000" lnSpcReduction="20000"/>
          </a:bodyPr>
          <a:lstStyle/>
          <a:p>
            <a:pPr eaLnBrk="1" hangingPunct="1">
              <a:lnSpc>
                <a:spcPct val="90000"/>
              </a:lnSpc>
              <a:buFont typeface="Times" pitchFamily="-48" charset="0"/>
              <a:buChar char="•"/>
              <a:defRPr/>
            </a:pPr>
            <a:r>
              <a:rPr lang="en-US" dirty="0"/>
              <a:t>Morton Levine: Privacy rights stem from property rights</a:t>
            </a:r>
          </a:p>
          <a:p>
            <a:pPr lvl="1" eaLnBrk="1" hangingPunct="1">
              <a:lnSpc>
                <a:spcPct val="90000"/>
              </a:lnSpc>
              <a:buFont typeface="Times" pitchFamily="-48" charset="0"/>
              <a:buChar char="–"/>
              <a:defRPr/>
            </a:pPr>
            <a:r>
              <a:rPr lang="en-US" sz="1600" dirty="0"/>
              <a:t>“a man’s home is his castle”</a:t>
            </a:r>
          </a:p>
          <a:p>
            <a:pPr eaLnBrk="1" hangingPunct="1">
              <a:lnSpc>
                <a:spcPct val="90000"/>
              </a:lnSpc>
              <a:buFont typeface="Times" pitchFamily="-48" charset="0"/>
              <a:buChar char="•"/>
              <a:defRPr/>
            </a:pPr>
            <a:r>
              <a:rPr lang="en-US" dirty="0"/>
              <a:t>Warren and Brandeis: An explicit “right to be let alone”</a:t>
            </a:r>
          </a:p>
          <a:p>
            <a:pPr lvl="1" eaLnBrk="1" hangingPunct="1">
              <a:lnSpc>
                <a:spcPct val="90000"/>
              </a:lnSpc>
              <a:defRPr/>
            </a:pPr>
            <a:r>
              <a:rPr lang="en-CA" dirty="0"/>
              <a:t>Noted that libel and slander laws don’t prevent people from saying mean, true things about you</a:t>
            </a:r>
            <a:endParaRPr lang="en-US" dirty="0"/>
          </a:p>
          <a:p>
            <a:pPr eaLnBrk="1" hangingPunct="1">
              <a:lnSpc>
                <a:spcPct val="90000"/>
              </a:lnSpc>
              <a:buFont typeface="Times" pitchFamily="-48" charset="0"/>
              <a:buChar char="•"/>
              <a:defRPr/>
            </a:pPr>
            <a:r>
              <a:rPr lang="en-US" dirty="0"/>
              <a:t>Thomson: violations of “Privacy rights” are also violations of other rights</a:t>
            </a:r>
          </a:p>
          <a:p>
            <a:pPr lvl="1" eaLnBrk="1" hangingPunct="1">
              <a:lnSpc>
                <a:spcPct val="90000"/>
              </a:lnSpc>
              <a:defRPr/>
            </a:pPr>
            <a:r>
              <a:rPr lang="en-CA" dirty="0"/>
              <a:t>So, we don’t need to treat privacy separately</a:t>
            </a:r>
            <a:endParaRPr lang="en-US" dirty="0"/>
          </a:p>
          <a:p>
            <a:pPr eaLnBrk="1" hangingPunct="1">
              <a:lnSpc>
                <a:spcPct val="90000"/>
              </a:lnSpc>
              <a:buFont typeface="Times" pitchFamily="-48" charset="0"/>
              <a:buChar char="•"/>
              <a:defRPr/>
            </a:pPr>
            <a:r>
              <a:rPr lang="en-US" dirty="0"/>
              <a:t>Benn and </a:t>
            </a:r>
            <a:r>
              <a:rPr lang="en-US" dirty="0" err="1"/>
              <a:t>Reiman</a:t>
            </a:r>
            <a:r>
              <a:rPr lang="en-US" dirty="0"/>
              <a:t>: Some amount of privacy is necessary for people to be autonomous, moral agents, to develop healthy relationships, and to act as free citizens.</a:t>
            </a:r>
          </a:p>
          <a:p>
            <a:pPr lvl="1" eaLnBrk="1" hangingPunct="1">
              <a:lnSpc>
                <a:spcPct val="90000"/>
              </a:lnSpc>
              <a:buFont typeface="Times" pitchFamily="-48" charset="0"/>
              <a:buChar char="•"/>
              <a:defRPr/>
            </a:pPr>
            <a:endParaRPr lang="en-CA" sz="1600" dirty="0"/>
          </a:p>
          <a:p>
            <a:pPr eaLnBrk="1" hangingPunct="1">
              <a:lnSpc>
                <a:spcPct val="90000"/>
              </a:lnSpc>
              <a:defRPr/>
            </a:pPr>
            <a:r>
              <a:rPr lang="en-CA" i="1" dirty="0"/>
              <a:t>Is privacy a right?</a:t>
            </a:r>
          </a:p>
          <a:p>
            <a:pPr eaLnBrk="1" hangingPunct="1">
              <a:lnSpc>
                <a:spcPct val="90000"/>
              </a:lnSpc>
              <a:defRPr/>
            </a:pPr>
            <a:r>
              <a:rPr lang="en-CA" i="1" dirty="0"/>
              <a:t>Is it nice to have?</a:t>
            </a:r>
          </a:p>
          <a:p>
            <a:pPr lvl="1" eaLnBrk="1" hangingPunct="1">
              <a:lnSpc>
                <a:spcPct val="90000"/>
              </a:lnSpc>
              <a:defRPr/>
            </a:pPr>
            <a:r>
              <a:rPr lang="en-CA" i="1" dirty="0"/>
              <a:t>worth recognizing for the good of society, though not a natural right</a:t>
            </a:r>
          </a:p>
          <a:p>
            <a:pPr eaLnBrk="1" hangingPunct="1">
              <a:lnSpc>
                <a:spcPct val="90000"/>
              </a:lnSpc>
              <a:defRPr/>
            </a:pPr>
            <a:r>
              <a:rPr lang="en-CA" i="1" dirty="0"/>
              <a:t>Or do we have no such right at all?</a:t>
            </a:r>
            <a:endParaRPr lang="en-US" i="1"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7B2D07B-7C18-4F4A-A091-3396877A8C27}"/>
              </a:ext>
            </a:extLst>
          </p:cNvPr>
          <p:cNvSpPr>
            <a:spLocks noGrp="1" noChangeArrowheads="1"/>
          </p:cNvSpPr>
          <p:nvPr>
            <p:ph type="title"/>
          </p:nvPr>
        </p:nvSpPr>
        <p:spPr/>
        <p:txBody>
          <a:bodyPr/>
          <a:lstStyle/>
          <a:p>
            <a:pPr eaLnBrk="1" hangingPunct="1"/>
            <a:r>
              <a:rPr lang="en-US" altLang="en-US"/>
              <a:t>Privacy and Trust</a:t>
            </a:r>
          </a:p>
        </p:txBody>
      </p:sp>
      <p:sp>
        <p:nvSpPr>
          <p:cNvPr id="15363" name="Rectangle 3">
            <a:extLst>
              <a:ext uri="{FF2B5EF4-FFF2-40B4-BE49-F238E27FC236}">
                <a16:creationId xmlns:a16="http://schemas.microsoft.com/office/drawing/2014/main" id="{706E9AFD-4C88-49EC-8BA6-FC1BD962F4A6}"/>
              </a:ext>
            </a:extLst>
          </p:cNvPr>
          <p:cNvSpPr>
            <a:spLocks noGrp="1" noChangeArrowheads="1"/>
          </p:cNvSpPr>
          <p:nvPr>
            <p:ph type="body" idx="1"/>
          </p:nvPr>
        </p:nvSpPr>
        <p:spPr/>
        <p:txBody>
          <a:bodyPr/>
          <a:lstStyle/>
          <a:p>
            <a:pPr eaLnBrk="1" hangingPunct="1">
              <a:lnSpc>
                <a:spcPct val="90000"/>
              </a:lnSpc>
            </a:pPr>
            <a:r>
              <a:rPr lang="en-US" altLang="en-US"/>
              <a:t>Modern life more private</a:t>
            </a:r>
          </a:p>
          <a:p>
            <a:pPr eaLnBrk="1" hangingPunct="1">
              <a:lnSpc>
                <a:spcPct val="90000"/>
              </a:lnSpc>
            </a:pPr>
            <a:r>
              <a:rPr lang="en-US" altLang="en-US"/>
              <a:t>Challenge: living among strangers</a:t>
            </a:r>
          </a:p>
          <a:p>
            <a:pPr eaLnBrk="1" hangingPunct="1">
              <a:lnSpc>
                <a:spcPct val="90000"/>
              </a:lnSpc>
            </a:pPr>
            <a:r>
              <a:rPr lang="en-US" altLang="en-US"/>
              <a:t>Remedy: establishing reputations</a:t>
            </a:r>
          </a:p>
          <a:p>
            <a:pPr lvl="1" eaLnBrk="1" hangingPunct="1">
              <a:lnSpc>
                <a:spcPct val="90000"/>
              </a:lnSpc>
            </a:pPr>
            <a:r>
              <a:rPr lang="en-US" altLang="en-US"/>
              <a:t>Ordeal, such as lie detector test or drug test</a:t>
            </a:r>
          </a:p>
          <a:p>
            <a:pPr lvl="1" eaLnBrk="1" hangingPunct="1">
              <a:lnSpc>
                <a:spcPct val="90000"/>
              </a:lnSpc>
            </a:pPr>
            <a:r>
              <a:rPr lang="en-US" altLang="en-US"/>
              <a:t>Credential, such as driver’s license, key, ID card, college degree</a:t>
            </a:r>
          </a:p>
          <a:p>
            <a:pPr eaLnBrk="1" hangingPunct="1">
              <a:lnSpc>
                <a:spcPct val="90000"/>
              </a:lnSpc>
            </a:pPr>
            <a:r>
              <a:rPr lang="en-US" altLang="en-US"/>
              <a:t>Establishing reputation </a:t>
            </a:r>
            <a:r>
              <a:rPr lang="en-US" altLang="en-US">
                <a:sym typeface="Symbol" panose="05050102010706020507" pitchFamily="18" charset="2"/>
              </a:rPr>
              <a:t>is done at the cost of reducing privacy</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DB96525-3546-42DA-A266-BDCF35138EAB}"/>
              </a:ext>
            </a:extLst>
          </p:cNvPr>
          <p:cNvSpPr>
            <a:spLocks noGrp="1" noChangeArrowheads="1"/>
          </p:cNvSpPr>
          <p:nvPr>
            <p:ph type="title"/>
          </p:nvPr>
        </p:nvSpPr>
        <p:spPr/>
        <p:txBody>
          <a:bodyPr/>
          <a:lstStyle/>
          <a:p>
            <a:pPr eaLnBrk="1" hangingPunct="1"/>
            <a:r>
              <a:rPr lang="en-US" altLang="en-US"/>
              <a:t>Ways Information Becomes Public</a:t>
            </a:r>
          </a:p>
        </p:txBody>
      </p:sp>
      <p:sp>
        <p:nvSpPr>
          <p:cNvPr id="17411" name="Rectangle 3">
            <a:extLst>
              <a:ext uri="{FF2B5EF4-FFF2-40B4-BE49-F238E27FC236}">
                <a16:creationId xmlns:a16="http://schemas.microsoft.com/office/drawing/2014/main" id="{F965B321-06DD-45B5-8C3B-5A2250B9D719}"/>
              </a:ext>
            </a:extLst>
          </p:cNvPr>
          <p:cNvSpPr>
            <a:spLocks noGrp="1" noChangeArrowheads="1"/>
          </p:cNvSpPr>
          <p:nvPr>
            <p:ph type="body" idx="1"/>
          </p:nvPr>
        </p:nvSpPr>
        <p:spPr/>
        <p:txBody>
          <a:bodyPr>
            <a:normAutofit fontScale="92500" lnSpcReduction="10000"/>
          </a:bodyPr>
          <a:lstStyle/>
          <a:p>
            <a:pPr eaLnBrk="1" hangingPunct="1">
              <a:lnSpc>
                <a:spcPct val="90000"/>
              </a:lnSpc>
              <a:buFont typeface="Times" pitchFamily="-48" charset="0"/>
              <a:buChar char="•"/>
              <a:defRPr/>
            </a:pPr>
            <a:r>
              <a:rPr lang="en-US" sz="1800" dirty="0"/>
              <a:t>Rewards or loyalty programs</a:t>
            </a:r>
          </a:p>
          <a:p>
            <a:pPr eaLnBrk="1" hangingPunct="1">
              <a:lnSpc>
                <a:spcPct val="90000"/>
              </a:lnSpc>
              <a:buFont typeface="Times" pitchFamily="-48" charset="0"/>
              <a:buChar char="•"/>
              <a:defRPr/>
            </a:pPr>
            <a:r>
              <a:rPr lang="en-US" sz="1800" dirty="0"/>
              <a:t>Body scanners</a:t>
            </a:r>
          </a:p>
          <a:p>
            <a:pPr eaLnBrk="1" hangingPunct="1">
              <a:lnSpc>
                <a:spcPct val="90000"/>
              </a:lnSpc>
              <a:buFont typeface="Times" pitchFamily="-48" charset="0"/>
              <a:buChar char="•"/>
              <a:defRPr/>
            </a:pPr>
            <a:r>
              <a:rPr lang="en-US" sz="1800" dirty="0"/>
              <a:t>Digital video recorders</a:t>
            </a:r>
          </a:p>
          <a:p>
            <a:pPr eaLnBrk="1" hangingPunct="1">
              <a:lnSpc>
                <a:spcPct val="90000"/>
              </a:lnSpc>
              <a:buFont typeface="Times" pitchFamily="-48" charset="0"/>
              <a:buChar char="•"/>
              <a:defRPr/>
            </a:pPr>
            <a:r>
              <a:rPr lang="en-US" sz="1800" dirty="0"/>
              <a:t>Automobile “black boxes”</a:t>
            </a:r>
          </a:p>
          <a:p>
            <a:pPr eaLnBrk="1" hangingPunct="1">
              <a:lnSpc>
                <a:spcPct val="90000"/>
              </a:lnSpc>
              <a:buFont typeface="Times" pitchFamily="-48" charset="0"/>
              <a:buChar char="•"/>
              <a:defRPr/>
            </a:pPr>
            <a:r>
              <a:rPr lang="en-US" sz="1800"/>
              <a:t>RFIDs</a:t>
            </a:r>
            <a:endParaRPr lang="en-US" sz="1800" dirty="0"/>
          </a:p>
          <a:p>
            <a:pPr eaLnBrk="1" hangingPunct="1">
              <a:lnSpc>
                <a:spcPct val="90000"/>
              </a:lnSpc>
              <a:buFont typeface="Times" pitchFamily="-48" charset="0"/>
              <a:buChar char="•"/>
              <a:defRPr/>
            </a:pPr>
            <a:r>
              <a:rPr lang="en-US" sz="1800" dirty="0" err="1"/>
              <a:t>Airtags</a:t>
            </a:r>
            <a:endParaRPr lang="en-US" sz="1800" dirty="0"/>
          </a:p>
          <a:p>
            <a:pPr eaLnBrk="1" hangingPunct="1">
              <a:lnSpc>
                <a:spcPct val="90000"/>
              </a:lnSpc>
              <a:buFont typeface="Times" pitchFamily="-48" charset="0"/>
              <a:buChar char="•"/>
              <a:defRPr/>
            </a:pPr>
            <a:r>
              <a:rPr lang="en-US" sz="1800" dirty="0"/>
              <a:t>Tracking pixels</a:t>
            </a:r>
          </a:p>
          <a:p>
            <a:pPr eaLnBrk="1" hangingPunct="1">
              <a:lnSpc>
                <a:spcPct val="90000"/>
              </a:lnSpc>
              <a:buFont typeface="Times" pitchFamily="-48" charset="0"/>
              <a:buChar char="•"/>
              <a:defRPr/>
            </a:pPr>
            <a:r>
              <a:rPr lang="en-US" sz="1800" dirty="0"/>
              <a:t>Cookies</a:t>
            </a:r>
          </a:p>
          <a:p>
            <a:pPr eaLnBrk="1" hangingPunct="1">
              <a:lnSpc>
                <a:spcPct val="90000"/>
              </a:lnSpc>
              <a:buFont typeface="Times" pitchFamily="-48" charset="0"/>
              <a:buChar char="•"/>
              <a:defRPr/>
            </a:pPr>
            <a:r>
              <a:rPr lang="en-US" sz="1800" dirty="0"/>
              <a:t>Spyware</a:t>
            </a:r>
          </a:p>
          <a:p>
            <a:pPr eaLnBrk="1" hangingPunct="1">
              <a:lnSpc>
                <a:spcPct val="90000"/>
              </a:lnSpc>
              <a:buFont typeface="Times" pitchFamily="-48" charset="0"/>
              <a:buChar char="•"/>
              <a:defRPr/>
            </a:pPr>
            <a:endParaRPr lang="en-US" sz="1800" dirty="0"/>
          </a:p>
          <a:p>
            <a:pPr marL="0" indent="0" eaLnBrk="1" hangingPunct="1">
              <a:lnSpc>
                <a:spcPct val="90000"/>
              </a:lnSpc>
              <a:buNone/>
              <a:defRPr/>
            </a:pPr>
            <a:r>
              <a:rPr lang="en-US" sz="1800" i="1" dirty="0"/>
              <a:t>…can you think of others?</a:t>
            </a:r>
          </a:p>
        </p:txBody>
      </p:sp>
      <p:pic>
        <p:nvPicPr>
          <p:cNvPr id="16388" name="Picture 6" descr="qui05f03">
            <a:extLst>
              <a:ext uri="{FF2B5EF4-FFF2-40B4-BE49-F238E27FC236}">
                <a16:creationId xmlns:a16="http://schemas.microsoft.com/office/drawing/2014/main" id="{8DC5BE1A-6025-473D-BEAF-B332C98B6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1" y="800100"/>
            <a:ext cx="1545431"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6" descr="qui05f04">
            <a:extLst>
              <a:ext uri="{FF2B5EF4-FFF2-40B4-BE49-F238E27FC236}">
                <a16:creationId xmlns:a16="http://schemas.microsoft.com/office/drawing/2014/main" id="{4E05032F-66B9-4370-93DB-1D1D1235B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1681" y="2800350"/>
            <a:ext cx="2000250" cy="1634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qss faculty">
            <a:extLst>
              <a:ext uri="{FF2B5EF4-FFF2-40B4-BE49-F238E27FC236}">
                <a16:creationId xmlns:a16="http://schemas.microsoft.com/office/drawing/2014/main" id="{24D393A6-CF29-27C7-75BE-D8B4528CB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0523" y="2159044"/>
            <a:ext cx="2286000" cy="2794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C04AF4F-9BEB-5AB8-FBF4-FCE0AEFEC361}"/>
              </a:ext>
            </a:extLst>
          </p:cNvPr>
          <p:cNvSpPr>
            <a:spLocks noGrp="1"/>
          </p:cNvSpPr>
          <p:nvPr>
            <p:ph type="title"/>
          </p:nvPr>
        </p:nvSpPr>
        <p:spPr>
          <a:xfrm>
            <a:off x="311700" y="138309"/>
            <a:ext cx="8520600" cy="572700"/>
          </a:xfrm>
        </p:spPr>
        <p:txBody>
          <a:bodyPr/>
          <a:lstStyle/>
          <a:p>
            <a:r>
              <a:rPr lang="en-US" dirty="0"/>
              <a:t>Breaking anonymized datasets</a:t>
            </a:r>
          </a:p>
        </p:txBody>
      </p:sp>
      <p:graphicFrame>
        <p:nvGraphicFramePr>
          <p:cNvPr id="4" name="Table 4">
            <a:extLst>
              <a:ext uri="{FF2B5EF4-FFF2-40B4-BE49-F238E27FC236}">
                <a16:creationId xmlns:a16="http://schemas.microsoft.com/office/drawing/2014/main" id="{C84B9220-CF13-6E00-DAD4-AA95509F451E}"/>
              </a:ext>
            </a:extLst>
          </p:cNvPr>
          <p:cNvGraphicFramePr>
            <a:graphicFrameLocks noGrp="1"/>
          </p:cNvGraphicFramePr>
          <p:nvPr>
            <p:extLst>
              <p:ext uri="{D42A27DB-BD31-4B8C-83A1-F6EECF244321}">
                <p14:modId xmlns:p14="http://schemas.microsoft.com/office/powerpoint/2010/main" val="1955410988"/>
              </p:ext>
            </p:extLst>
          </p:nvPr>
        </p:nvGraphicFramePr>
        <p:xfrm>
          <a:off x="1071937" y="2764479"/>
          <a:ext cx="3869935" cy="2067717"/>
        </p:xfrm>
        <a:graphic>
          <a:graphicData uri="http://schemas.openxmlformats.org/drawingml/2006/table">
            <a:tbl>
              <a:tblPr firstRow="1" bandRow="1">
                <a:tableStyleId>{D113A9D2-9D6B-4929-AA2D-F23B5EE8CBE7}</a:tableStyleId>
              </a:tblPr>
              <a:tblGrid>
                <a:gridCol w="613025">
                  <a:extLst>
                    <a:ext uri="{9D8B030D-6E8A-4147-A177-3AD203B41FA5}">
                      <a16:colId xmlns:a16="http://schemas.microsoft.com/office/drawing/2014/main" val="2794852130"/>
                    </a:ext>
                  </a:extLst>
                </a:gridCol>
                <a:gridCol w="606175">
                  <a:extLst>
                    <a:ext uri="{9D8B030D-6E8A-4147-A177-3AD203B41FA5}">
                      <a16:colId xmlns:a16="http://schemas.microsoft.com/office/drawing/2014/main" val="4035727625"/>
                    </a:ext>
                  </a:extLst>
                </a:gridCol>
                <a:gridCol w="1017142">
                  <a:extLst>
                    <a:ext uri="{9D8B030D-6E8A-4147-A177-3AD203B41FA5}">
                      <a16:colId xmlns:a16="http://schemas.microsoft.com/office/drawing/2014/main" val="969008778"/>
                    </a:ext>
                  </a:extLst>
                </a:gridCol>
                <a:gridCol w="1119883">
                  <a:extLst>
                    <a:ext uri="{9D8B030D-6E8A-4147-A177-3AD203B41FA5}">
                      <a16:colId xmlns:a16="http://schemas.microsoft.com/office/drawing/2014/main" val="952336536"/>
                    </a:ext>
                  </a:extLst>
                </a:gridCol>
                <a:gridCol w="513710">
                  <a:extLst>
                    <a:ext uri="{9D8B030D-6E8A-4147-A177-3AD203B41FA5}">
                      <a16:colId xmlns:a16="http://schemas.microsoft.com/office/drawing/2014/main" val="1685572803"/>
                    </a:ext>
                  </a:extLst>
                </a:gridCol>
              </a:tblGrid>
              <a:tr h="284637">
                <a:tc>
                  <a:txBody>
                    <a:bodyPr/>
                    <a:lstStyle/>
                    <a:p>
                      <a:pPr algn="ctr"/>
                      <a:r>
                        <a:rPr lang="en-US" dirty="0">
                          <a:solidFill>
                            <a:schemeClr val="tx1"/>
                          </a:solidFill>
                        </a:rPr>
                        <a:t>MR1</a:t>
                      </a:r>
                    </a:p>
                  </a:txBody>
                  <a:tcPr/>
                </a:tc>
                <a:tc>
                  <a:txBody>
                    <a:bodyPr/>
                    <a:lstStyle/>
                    <a:p>
                      <a:pPr algn="ctr"/>
                      <a:r>
                        <a:rPr lang="en-US" dirty="0">
                          <a:solidFill>
                            <a:schemeClr val="tx1"/>
                          </a:solidFill>
                        </a:rPr>
                        <a:t>MR2</a:t>
                      </a:r>
                    </a:p>
                  </a:txBody>
                  <a:tcPr/>
                </a:tc>
                <a:tc>
                  <a:txBody>
                    <a:bodyPr/>
                    <a:lstStyle/>
                    <a:p>
                      <a:pPr algn="ctr"/>
                      <a:r>
                        <a:rPr lang="en-US" dirty="0">
                          <a:solidFill>
                            <a:schemeClr val="tx1"/>
                          </a:solidFill>
                        </a:rPr>
                        <a:t>Zip Code</a:t>
                      </a:r>
                    </a:p>
                  </a:txBody>
                  <a:tcPr/>
                </a:tc>
                <a:tc>
                  <a:txBody>
                    <a:bodyPr/>
                    <a:lstStyle/>
                    <a:p>
                      <a:pPr algn="ctr"/>
                      <a:r>
                        <a:rPr lang="en-US" dirty="0">
                          <a:solidFill>
                            <a:schemeClr val="tx1"/>
                          </a:solidFill>
                        </a:rPr>
                        <a:t>Birthday</a:t>
                      </a:r>
                    </a:p>
                  </a:txBody>
                  <a:tcPr/>
                </a:tc>
                <a:tc>
                  <a:txBody>
                    <a:bodyPr/>
                    <a:lstStyle/>
                    <a:p>
                      <a:pPr algn="ctr"/>
                      <a:r>
                        <a:rPr lang="en-US" dirty="0">
                          <a:solidFill>
                            <a:schemeClr val="tx1"/>
                          </a:solidFill>
                        </a:rPr>
                        <a:t>Sex</a:t>
                      </a:r>
                    </a:p>
                  </a:txBody>
                  <a:tcPr/>
                </a:tc>
                <a:extLst>
                  <a:ext uri="{0D108BD9-81ED-4DB2-BD59-A6C34878D82A}">
                    <a16:rowId xmlns:a16="http://schemas.microsoft.com/office/drawing/2014/main" val="2868076044"/>
                  </a:ext>
                </a:extLst>
              </a:tr>
              <a:tr h="284637">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pPr algn="ctr"/>
                      <a:r>
                        <a:rPr lang="en-US" sz="1200" dirty="0">
                          <a:solidFill>
                            <a:schemeClr val="tx1"/>
                          </a:solidFill>
                        </a:rPr>
                        <a:t>12345</a:t>
                      </a:r>
                    </a:p>
                  </a:txBody>
                  <a:tcPr/>
                </a:tc>
                <a:tc>
                  <a:txBody>
                    <a:bodyPr/>
                    <a:lstStyle/>
                    <a:p>
                      <a:pPr algn="ctr"/>
                      <a:r>
                        <a:rPr lang="en-US" sz="1200" dirty="0">
                          <a:solidFill>
                            <a:schemeClr val="tx1"/>
                          </a:solidFill>
                        </a:rPr>
                        <a:t>10-Jan-1958</a:t>
                      </a:r>
                    </a:p>
                  </a:txBody>
                  <a:tcPr/>
                </a:tc>
                <a:tc>
                  <a:txBody>
                    <a:bodyPr/>
                    <a:lstStyle/>
                    <a:p>
                      <a:pPr algn="ctr"/>
                      <a:r>
                        <a:rPr lang="en-US" sz="1200" dirty="0">
                          <a:solidFill>
                            <a:schemeClr val="tx1"/>
                          </a:solidFill>
                        </a:rPr>
                        <a:t>F</a:t>
                      </a:r>
                    </a:p>
                  </a:txBody>
                  <a:tcPr/>
                </a:tc>
                <a:extLst>
                  <a:ext uri="{0D108BD9-81ED-4DB2-BD59-A6C34878D82A}">
                    <a16:rowId xmlns:a16="http://schemas.microsoft.com/office/drawing/2014/main" val="2933982702"/>
                  </a:ext>
                </a:extLst>
              </a:tr>
              <a:tr h="284637">
                <a:tc>
                  <a:txBody>
                    <a:bodyPr/>
                    <a:lstStyle/>
                    <a:p>
                      <a:pPr algn="ctr"/>
                      <a:r>
                        <a:rPr lang="en-US" sz="1200" dirty="0">
                          <a:solidFill>
                            <a:schemeClr val="tx1"/>
                          </a:solidFill>
                        </a:rPr>
                        <a:t>…</a:t>
                      </a:r>
                    </a:p>
                  </a:txBody>
                  <a:tcPr/>
                </a:tc>
                <a:tc>
                  <a:txBody>
                    <a:bodyPr/>
                    <a:lstStyle/>
                    <a:p>
                      <a:pPr algn="ctr"/>
                      <a:r>
                        <a:rPr lang="en-US" sz="1200" dirty="0">
                          <a:solidFill>
                            <a:schemeClr val="tx1"/>
                          </a:solidFill>
                        </a:rPr>
                        <a:t>…</a:t>
                      </a:r>
                    </a:p>
                  </a:txBody>
                  <a:tcPr/>
                </a:tc>
                <a:tc>
                  <a:txBody>
                    <a:bodyPr/>
                    <a:lstStyle/>
                    <a:p>
                      <a:pPr algn="ctr"/>
                      <a:r>
                        <a:rPr lang="en-US" sz="1200" dirty="0">
                          <a:solidFill>
                            <a:schemeClr val="tx1"/>
                          </a:solidFill>
                        </a:rPr>
                        <a:t>12005</a:t>
                      </a:r>
                    </a:p>
                  </a:txBody>
                  <a:tcPr/>
                </a:tc>
                <a:tc>
                  <a:txBody>
                    <a:bodyPr/>
                    <a:lstStyle/>
                    <a:p>
                      <a:pPr algn="ctr"/>
                      <a:r>
                        <a:rPr lang="en-US" sz="1200" dirty="0">
                          <a:solidFill>
                            <a:schemeClr val="tx1"/>
                          </a:solidFill>
                        </a:rPr>
                        <a:t>10-Jan-1958</a:t>
                      </a:r>
                    </a:p>
                  </a:txBody>
                  <a:tcPr/>
                </a:tc>
                <a:tc>
                  <a:txBody>
                    <a:bodyPr/>
                    <a:lstStyle/>
                    <a:p>
                      <a:pPr algn="ctr"/>
                      <a:r>
                        <a:rPr lang="en-US" sz="1200" dirty="0">
                          <a:solidFill>
                            <a:schemeClr val="tx1"/>
                          </a:solidFill>
                        </a:rPr>
                        <a:t>F</a:t>
                      </a:r>
                    </a:p>
                  </a:txBody>
                  <a:tcPr/>
                </a:tc>
                <a:extLst>
                  <a:ext uri="{0D108BD9-81ED-4DB2-BD59-A6C34878D82A}">
                    <a16:rowId xmlns:a16="http://schemas.microsoft.com/office/drawing/2014/main" val="2491587641"/>
                  </a:ext>
                </a:extLst>
              </a:tr>
              <a:tr h="284637">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pPr algn="ctr"/>
                      <a:r>
                        <a:rPr lang="en-US" sz="1200" dirty="0">
                          <a:solidFill>
                            <a:schemeClr val="tx1"/>
                          </a:solidFill>
                        </a:rPr>
                        <a:t>10094</a:t>
                      </a:r>
                    </a:p>
                  </a:txBody>
                  <a:tcPr/>
                </a:tc>
                <a:tc>
                  <a:txBody>
                    <a:bodyPr/>
                    <a:lstStyle/>
                    <a:p>
                      <a:pPr algn="ctr"/>
                      <a:r>
                        <a:rPr lang="en-US" sz="1200" dirty="0">
                          <a:solidFill>
                            <a:schemeClr val="tx1"/>
                          </a:solidFill>
                        </a:rPr>
                        <a:t>10-Jan-1958</a:t>
                      </a:r>
                    </a:p>
                  </a:txBody>
                  <a:tcPr/>
                </a:tc>
                <a:tc>
                  <a:txBody>
                    <a:bodyPr/>
                    <a:lstStyle/>
                    <a:p>
                      <a:pPr algn="ctr"/>
                      <a:r>
                        <a:rPr lang="en-US" sz="1200" dirty="0">
                          <a:solidFill>
                            <a:schemeClr val="tx1"/>
                          </a:solidFill>
                        </a:rPr>
                        <a:t>F</a:t>
                      </a:r>
                    </a:p>
                  </a:txBody>
                  <a:tcPr/>
                </a:tc>
                <a:extLst>
                  <a:ext uri="{0D108BD9-81ED-4DB2-BD59-A6C34878D82A}">
                    <a16:rowId xmlns:a16="http://schemas.microsoft.com/office/drawing/2014/main" val="1113578236"/>
                  </a:ext>
                </a:extLst>
              </a:tr>
              <a:tr h="284637">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pPr algn="ctr"/>
                      <a:r>
                        <a:rPr lang="en-US" sz="1200" dirty="0">
                          <a:solidFill>
                            <a:schemeClr val="tx1"/>
                          </a:solidFill>
                        </a:rPr>
                        <a:t>12345</a:t>
                      </a:r>
                    </a:p>
                  </a:txBody>
                  <a:tcPr/>
                </a:tc>
                <a:tc>
                  <a:txBody>
                    <a:bodyPr/>
                    <a:lstStyle/>
                    <a:p>
                      <a:pPr algn="ctr"/>
                      <a:r>
                        <a:rPr lang="en-US" sz="1200" dirty="0">
                          <a:solidFill>
                            <a:schemeClr val="tx1"/>
                          </a:solidFill>
                        </a:rPr>
                        <a:t>10-Jan-1958</a:t>
                      </a:r>
                    </a:p>
                  </a:txBody>
                  <a:tcPr/>
                </a:tc>
                <a:tc>
                  <a:txBody>
                    <a:bodyPr/>
                    <a:lstStyle/>
                    <a:p>
                      <a:pPr algn="ctr"/>
                      <a:r>
                        <a:rPr lang="en-US" sz="1200" dirty="0">
                          <a:solidFill>
                            <a:schemeClr val="tx1"/>
                          </a:solidFill>
                        </a:rPr>
                        <a:t>M</a:t>
                      </a:r>
                    </a:p>
                  </a:txBody>
                  <a:tcPr/>
                </a:tc>
                <a:extLst>
                  <a:ext uri="{0D108BD9-81ED-4DB2-BD59-A6C34878D82A}">
                    <a16:rowId xmlns:a16="http://schemas.microsoft.com/office/drawing/2014/main" val="303819366"/>
                  </a:ext>
                </a:extLst>
              </a:tr>
              <a:tr h="284637">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pPr algn="ctr"/>
                      <a:r>
                        <a:rPr lang="en-US" sz="1200" dirty="0">
                          <a:solidFill>
                            <a:schemeClr val="tx1"/>
                          </a:solidFill>
                        </a:rPr>
                        <a:t>11144</a:t>
                      </a:r>
                    </a:p>
                  </a:txBody>
                  <a:tcPr/>
                </a:tc>
                <a:tc>
                  <a:txBody>
                    <a:bodyPr/>
                    <a:lstStyle/>
                    <a:p>
                      <a:pPr algn="ctr"/>
                      <a:r>
                        <a:rPr lang="en-US" sz="1200" dirty="0">
                          <a:solidFill>
                            <a:schemeClr val="tx1"/>
                          </a:solidFill>
                        </a:rPr>
                        <a:t>10-Jan-1958</a:t>
                      </a:r>
                    </a:p>
                  </a:txBody>
                  <a:tcPr/>
                </a:tc>
                <a:tc>
                  <a:txBody>
                    <a:bodyPr/>
                    <a:lstStyle/>
                    <a:p>
                      <a:pPr algn="ctr"/>
                      <a:r>
                        <a:rPr lang="en-US" sz="1200" dirty="0">
                          <a:solidFill>
                            <a:schemeClr val="tx1"/>
                          </a:solidFill>
                        </a:rPr>
                        <a:t>M</a:t>
                      </a:r>
                    </a:p>
                  </a:txBody>
                  <a:tcPr/>
                </a:tc>
                <a:extLst>
                  <a:ext uri="{0D108BD9-81ED-4DB2-BD59-A6C34878D82A}">
                    <a16:rowId xmlns:a16="http://schemas.microsoft.com/office/drawing/2014/main" val="291226436"/>
                  </a:ext>
                </a:extLst>
              </a:tr>
              <a:tr h="284637">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pPr algn="ctr"/>
                      <a:r>
                        <a:rPr lang="en-US" sz="1200" dirty="0">
                          <a:solidFill>
                            <a:schemeClr val="tx1"/>
                          </a:solidFill>
                        </a:rPr>
                        <a:t>18001</a:t>
                      </a:r>
                    </a:p>
                  </a:txBody>
                  <a:tcPr/>
                </a:tc>
                <a:tc>
                  <a:txBody>
                    <a:bodyPr/>
                    <a:lstStyle/>
                    <a:p>
                      <a:pPr algn="ctr"/>
                      <a:r>
                        <a:rPr lang="en-US" sz="1200" dirty="0">
                          <a:solidFill>
                            <a:schemeClr val="tx1"/>
                          </a:solidFill>
                        </a:rPr>
                        <a:t>10-Jan-1958</a:t>
                      </a:r>
                    </a:p>
                  </a:txBody>
                  <a:tcPr/>
                </a:tc>
                <a:tc>
                  <a:txBody>
                    <a:bodyPr/>
                    <a:lstStyle/>
                    <a:p>
                      <a:pPr algn="ctr"/>
                      <a:r>
                        <a:rPr lang="en-US" sz="1200" dirty="0">
                          <a:solidFill>
                            <a:schemeClr val="tx1"/>
                          </a:solidFill>
                        </a:rPr>
                        <a:t>M</a:t>
                      </a:r>
                    </a:p>
                  </a:txBody>
                  <a:tcPr/>
                </a:tc>
                <a:extLst>
                  <a:ext uri="{0D108BD9-81ED-4DB2-BD59-A6C34878D82A}">
                    <a16:rowId xmlns:a16="http://schemas.microsoft.com/office/drawing/2014/main" val="1625443180"/>
                  </a:ext>
                </a:extLst>
              </a:tr>
            </a:tbl>
          </a:graphicData>
        </a:graphic>
      </p:graphicFrame>
      <p:graphicFrame>
        <p:nvGraphicFramePr>
          <p:cNvPr id="5" name="Table 4">
            <a:extLst>
              <a:ext uri="{FF2B5EF4-FFF2-40B4-BE49-F238E27FC236}">
                <a16:creationId xmlns:a16="http://schemas.microsoft.com/office/drawing/2014/main" id="{F54A1EDE-288A-97F4-877E-7EAA7C0D4757}"/>
              </a:ext>
            </a:extLst>
          </p:cNvPr>
          <p:cNvGraphicFramePr>
            <a:graphicFrameLocks noGrp="1"/>
          </p:cNvGraphicFramePr>
          <p:nvPr>
            <p:extLst>
              <p:ext uri="{D42A27DB-BD31-4B8C-83A1-F6EECF244321}">
                <p14:modId xmlns:p14="http://schemas.microsoft.com/office/powerpoint/2010/main" val="3941038631"/>
              </p:ext>
            </p:extLst>
          </p:nvPr>
        </p:nvGraphicFramePr>
        <p:xfrm>
          <a:off x="2270588" y="1080557"/>
          <a:ext cx="4756935" cy="1569720"/>
        </p:xfrm>
        <a:graphic>
          <a:graphicData uri="http://schemas.openxmlformats.org/drawingml/2006/table">
            <a:tbl>
              <a:tblPr firstRow="1" bandRow="1">
                <a:tableStyleId>{284E427A-3D55-4303-BF80-6455036E1DE7}</a:tableStyleId>
              </a:tblPr>
              <a:tblGrid>
                <a:gridCol w="1027416">
                  <a:extLst>
                    <a:ext uri="{9D8B030D-6E8A-4147-A177-3AD203B41FA5}">
                      <a16:colId xmlns:a16="http://schemas.microsoft.com/office/drawing/2014/main" val="969008778"/>
                    </a:ext>
                  </a:extLst>
                </a:gridCol>
                <a:gridCol w="1109609">
                  <a:extLst>
                    <a:ext uri="{9D8B030D-6E8A-4147-A177-3AD203B41FA5}">
                      <a16:colId xmlns:a16="http://schemas.microsoft.com/office/drawing/2014/main" val="952336536"/>
                    </a:ext>
                  </a:extLst>
                </a:gridCol>
                <a:gridCol w="513708">
                  <a:extLst>
                    <a:ext uri="{9D8B030D-6E8A-4147-A177-3AD203B41FA5}">
                      <a16:colId xmlns:a16="http://schemas.microsoft.com/office/drawing/2014/main" val="1685572803"/>
                    </a:ext>
                  </a:extLst>
                </a:gridCol>
                <a:gridCol w="852755">
                  <a:extLst>
                    <a:ext uri="{9D8B030D-6E8A-4147-A177-3AD203B41FA5}">
                      <a16:colId xmlns:a16="http://schemas.microsoft.com/office/drawing/2014/main" val="4234261597"/>
                    </a:ext>
                  </a:extLst>
                </a:gridCol>
                <a:gridCol w="1253447">
                  <a:extLst>
                    <a:ext uri="{9D8B030D-6E8A-4147-A177-3AD203B41FA5}">
                      <a16:colId xmlns:a16="http://schemas.microsoft.com/office/drawing/2014/main" val="3076835785"/>
                    </a:ext>
                  </a:extLst>
                </a:gridCol>
              </a:tblGrid>
              <a:tr h="370840">
                <a:tc>
                  <a:txBody>
                    <a:bodyPr/>
                    <a:lstStyle/>
                    <a:p>
                      <a:pPr algn="ctr"/>
                      <a:r>
                        <a:rPr lang="en-US" dirty="0"/>
                        <a:t>Zip Code</a:t>
                      </a:r>
                    </a:p>
                  </a:txBody>
                  <a:tcPr/>
                </a:tc>
                <a:tc>
                  <a:txBody>
                    <a:bodyPr/>
                    <a:lstStyle/>
                    <a:p>
                      <a:pPr algn="ctr"/>
                      <a:r>
                        <a:rPr lang="en-US" dirty="0"/>
                        <a:t>Birthday</a:t>
                      </a:r>
                    </a:p>
                  </a:txBody>
                  <a:tcPr/>
                </a:tc>
                <a:tc>
                  <a:txBody>
                    <a:bodyPr/>
                    <a:lstStyle/>
                    <a:p>
                      <a:pPr algn="ctr"/>
                      <a:r>
                        <a:rPr lang="en-US" dirty="0"/>
                        <a:t>Sex</a:t>
                      </a:r>
                    </a:p>
                  </a:txBody>
                  <a:tcPr/>
                </a:tc>
                <a:tc>
                  <a:txBody>
                    <a:bodyPr/>
                    <a:lstStyle/>
                    <a:p>
                      <a:pPr algn="ctr"/>
                      <a:r>
                        <a:rPr lang="en-US" dirty="0"/>
                        <a:t>Name</a:t>
                      </a:r>
                    </a:p>
                  </a:txBody>
                  <a:tcPr/>
                </a:tc>
                <a:tc>
                  <a:txBody>
                    <a:bodyPr/>
                    <a:lstStyle/>
                    <a:p>
                      <a:pPr algn="ctr"/>
                      <a:r>
                        <a:rPr lang="en-US" dirty="0"/>
                        <a:t>Address</a:t>
                      </a:r>
                    </a:p>
                  </a:txBody>
                  <a:tcPr/>
                </a:tc>
                <a:extLst>
                  <a:ext uri="{0D108BD9-81ED-4DB2-BD59-A6C34878D82A}">
                    <a16:rowId xmlns:a16="http://schemas.microsoft.com/office/drawing/2014/main" val="2868076044"/>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933982702"/>
                  </a:ext>
                </a:extLst>
              </a:tr>
              <a:tr h="370840">
                <a:tc>
                  <a:txBody>
                    <a:bodyPr/>
                    <a:lstStyle/>
                    <a:p>
                      <a:pPr algn="ctr"/>
                      <a:r>
                        <a:rPr lang="en-US" sz="1200" dirty="0">
                          <a:solidFill>
                            <a:schemeClr val="bg1"/>
                          </a:solidFill>
                        </a:rPr>
                        <a:t>12345</a:t>
                      </a:r>
                    </a:p>
                  </a:txBody>
                  <a:tcPr/>
                </a:tc>
                <a:tc>
                  <a:txBody>
                    <a:bodyPr/>
                    <a:lstStyle/>
                    <a:p>
                      <a:pPr algn="ctr"/>
                      <a:r>
                        <a:rPr lang="en-US" sz="1200" dirty="0">
                          <a:solidFill>
                            <a:schemeClr val="bg1"/>
                          </a:solidFill>
                        </a:rPr>
                        <a:t>10-Jan-1958</a:t>
                      </a:r>
                    </a:p>
                  </a:txBody>
                  <a:tcPr/>
                </a:tc>
                <a:tc>
                  <a:txBody>
                    <a:bodyPr/>
                    <a:lstStyle/>
                    <a:p>
                      <a:pPr algn="ctr"/>
                      <a:r>
                        <a:rPr lang="en-US" sz="1200" dirty="0">
                          <a:solidFill>
                            <a:schemeClr val="bg1"/>
                          </a:solidFill>
                        </a:rPr>
                        <a:t>M</a:t>
                      </a:r>
                    </a:p>
                  </a:txBody>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1"/>
                          </a:solidFill>
                        </a:rPr>
                        <a:t>William Weld</a:t>
                      </a:r>
                    </a:p>
                  </a:txBody>
                  <a:tcPr/>
                </a:tc>
                <a:tc>
                  <a:txBody>
                    <a:bodyPr/>
                    <a:lstStyle/>
                    <a:p>
                      <a:pPr algn="ctr"/>
                      <a:endParaRPr lang="en-US" sz="1200" dirty="0">
                        <a:solidFill>
                          <a:schemeClr val="bg1"/>
                        </a:solidFill>
                      </a:endParaRPr>
                    </a:p>
                  </a:txBody>
                  <a:tcPr/>
                </a:tc>
                <a:extLst>
                  <a:ext uri="{0D108BD9-81ED-4DB2-BD59-A6C34878D82A}">
                    <a16:rowId xmlns:a16="http://schemas.microsoft.com/office/drawing/2014/main" val="2491587641"/>
                  </a:ext>
                </a:extLst>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113578236"/>
                  </a:ext>
                </a:extLst>
              </a:tr>
            </a:tbl>
          </a:graphicData>
        </a:graphic>
      </p:graphicFrame>
      <p:sp>
        <p:nvSpPr>
          <p:cNvPr id="6" name="Rectangle 5">
            <a:extLst>
              <a:ext uri="{FF2B5EF4-FFF2-40B4-BE49-F238E27FC236}">
                <a16:creationId xmlns:a16="http://schemas.microsoft.com/office/drawing/2014/main" id="{E0AA0CDF-5EC1-32BD-D0C1-02B610F3A257}"/>
              </a:ext>
            </a:extLst>
          </p:cNvPr>
          <p:cNvSpPr/>
          <p:nvPr/>
        </p:nvSpPr>
        <p:spPr>
          <a:xfrm>
            <a:off x="2270588" y="3955552"/>
            <a:ext cx="2671284" cy="3184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D03ED4E-C36C-9E4C-70F3-B6487F8F27C1}"/>
              </a:ext>
            </a:extLst>
          </p:cNvPr>
          <p:cNvSpPr txBox="1"/>
          <p:nvPr/>
        </p:nvSpPr>
        <p:spPr>
          <a:xfrm>
            <a:off x="7450478" y="1389603"/>
            <a:ext cx="1362988" cy="769441"/>
          </a:xfrm>
          <a:prstGeom prst="rect">
            <a:avLst/>
          </a:prstGeom>
          <a:noFill/>
        </p:spPr>
        <p:txBody>
          <a:bodyPr wrap="square" rtlCol="0">
            <a:spAutoFit/>
          </a:bodyPr>
          <a:lstStyle/>
          <a:p>
            <a:r>
              <a:rPr lang="en-US" sz="1100" dirty="0">
                <a:solidFill>
                  <a:schemeClr val="tx1"/>
                </a:solidFill>
              </a:rPr>
              <a:t>Image from </a:t>
            </a:r>
            <a:r>
              <a:rPr lang="en-US" sz="1100" dirty="0">
                <a:solidFill>
                  <a:schemeClr val="tx1"/>
                </a:solidFill>
                <a:hlinkClick r:id="rId4">
                  <a:extLst>
                    <a:ext uri="{A12FA001-AC4F-418D-AE19-62706E023703}">
                      <ahyp:hlinkClr xmlns:ahyp="http://schemas.microsoft.com/office/drawing/2018/hyperlinkcolor" val="tx"/>
                    </a:ext>
                  </a:extLst>
                </a:hlinkClick>
              </a:rPr>
              <a:t>https://www.iq.harvard.edu/people/latanya-sweeney</a:t>
            </a:r>
            <a:r>
              <a:rPr lang="en-US" sz="1100" dirty="0">
                <a:solidFill>
                  <a:schemeClr val="tx1"/>
                </a:solidFill>
              </a:rPr>
              <a:t> </a:t>
            </a:r>
          </a:p>
        </p:txBody>
      </p:sp>
      <p:sp>
        <p:nvSpPr>
          <p:cNvPr id="8" name="TextBox 7">
            <a:extLst>
              <a:ext uri="{FF2B5EF4-FFF2-40B4-BE49-F238E27FC236}">
                <a16:creationId xmlns:a16="http://schemas.microsoft.com/office/drawing/2014/main" id="{07F81D0F-1AFE-1022-2D42-5AB2C6ECD1D8}"/>
              </a:ext>
            </a:extLst>
          </p:cNvPr>
          <p:cNvSpPr txBox="1"/>
          <p:nvPr/>
        </p:nvSpPr>
        <p:spPr>
          <a:xfrm>
            <a:off x="0" y="4902849"/>
            <a:ext cx="5599416" cy="276999"/>
          </a:xfrm>
          <a:prstGeom prst="rect">
            <a:avLst/>
          </a:prstGeom>
          <a:noFill/>
        </p:spPr>
        <p:txBody>
          <a:bodyPr wrap="square" rtlCol="0">
            <a:spAutoFit/>
          </a:bodyPr>
          <a:lstStyle/>
          <a:p>
            <a:r>
              <a:rPr lang="en-US" sz="1200" dirty="0">
                <a:solidFill>
                  <a:schemeClr val="tx1"/>
                </a:solidFill>
              </a:rPr>
              <a:t>Material based on “The ethical algorithm”, by Kearns and Roth</a:t>
            </a:r>
          </a:p>
        </p:txBody>
      </p:sp>
    </p:spTree>
    <p:extLst>
      <p:ext uri="{BB962C8B-B14F-4D97-AF65-F5344CB8AC3E}">
        <p14:creationId xmlns:p14="http://schemas.microsoft.com/office/powerpoint/2010/main" val="411323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Netflix User Ratings – Data Vizzes">
            <a:extLst>
              <a:ext uri="{FF2B5EF4-FFF2-40B4-BE49-F238E27FC236}">
                <a16:creationId xmlns:a16="http://schemas.microsoft.com/office/drawing/2014/main" id="{49A83098-0CB7-8D13-7A32-6FD453444652}"/>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3984011" y="1204914"/>
            <a:ext cx="4954615" cy="2786111"/>
          </a:xfrm>
          <a:prstGeom prst="rect">
            <a:avLst/>
          </a:prstGeom>
          <a:noFill/>
          <a:effectLst>
            <a:outerShdw blurRad="50800" dist="50800" dir="5400000" algn="ctr" rotWithShape="0">
              <a:srgbClr val="000000"/>
            </a:outerShdw>
          </a:effectLst>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0FBF82C4-9848-5CF6-AAD7-FB2201FB0489}"/>
              </a:ext>
            </a:extLst>
          </p:cNvPr>
          <p:cNvSpPr>
            <a:spLocks noGrp="1"/>
          </p:cNvSpPr>
          <p:nvPr>
            <p:ph type="body" idx="1"/>
          </p:nvPr>
        </p:nvSpPr>
        <p:spPr>
          <a:xfrm>
            <a:off x="-152999" y="1202583"/>
            <a:ext cx="4137010" cy="3416400"/>
          </a:xfrm>
        </p:spPr>
        <p:txBody>
          <a:bodyPr/>
          <a:lstStyle/>
          <a:p>
            <a:r>
              <a:rPr lang="en-US" sz="1600" dirty="0">
                <a:solidFill>
                  <a:schemeClr val="tx1"/>
                </a:solidFill>
              </a:rPr>
              <a:t>Netflix bumped into a similar problem, in a much less obvious way.</a:t>
            </a:r>
          </a:p>
          <a:p>
            <a:r>
              <a:rPr lang="en-US" sz="1600" dirty="0">
                <a:solidFill>
                  <a:schemeClr val="tx1"/>
                </a:solidFill>
              </a:rPr>
              <a:t>In 2006, they launched a competition to improve movie recommendations.</a:t>
            </a:r>
          </a:p>
          <a:p>
            <a:r>
              <a:rPr lang="en-US" sz="1600" dirty="0">
                <a:solidFill>
                  <a:schemeClr val="tx1"/>
                </a:solidFill>
              </a:rPr>
              <a:t>They shared more than 100 millions movie ratings, from about half a million users.</a:t>
            </a:r>
          </a:p>
          <a:p>
            <a:r>
              <a:rPr lang="en-US" sz="1600" dirty="0">
                <a:solidFill>
                  <a:schemeClr val="tx1"/>
                </a:solidFill>
              </a:rPr>
              <a:t>Arvind Narayanan, a PhD student at UT Austin, was able to identify this anonymous data using a small amount of </a:t>
            </a:r>
            <a:r>
              <a:rPr lang="en-US" sz="1600" i="1" dirty="0">
                <a:solidFill>
                  <a:schemeClr val="tx1"/>
                </a:solidFill>
              </a:rPr>
              <a:t>imprecise</a:t>
            </a:r>
            <a:r>
              <a:rPr lang="en-US" sz="1600" dirty="0">
                <a:solidFill>
                  <a:schemeClr val="tx1"/>
                </a:solidFill>
              </a:rPr>
              <a:t> information, often available on movie rating websites.</a:t>
            </a:r>
          </a:p>
          <a:p>
            <a:endParaRPr lang="en-US" sz="1600" dirty="0">
              <a:solidFill>
                <a:schemeClr val="tx1"/>
              </a:solidFill>
            </a:endParaRPr>
          </a:p>
        </p:txBody>
      </p:sp>
      <p:sp>
        <p:nvSpPr>
          <p:cNvPr id="6" name="TextBox 5">
            <a:extLst>
              <a:ext uri="{FF2B5EF4-FFF2-40B4-BE49-F238E27FC236}">
                <a16:creationId xmlns:a16="http://schemas.microsoft.com/office/drawing/2014/main" id="{DE363C6F-BCEE-C8AD-B5DE-280D6AAC51A6}"/>
              </a:ext>
            </a:extLst>
          </p:cNvPr>
          <p:cNvSpPr txBox="1"/>
          <p:nvPr/>
        </p:nvSpPr>
        <p:spPr>
          <a:xfrm>
            <a:off x="0" y="4902849"/>
            <a:ext cx="5599416" cy="276999"/>
          </a:xfrm>
          <a:prstGeom prst="rect">
            <a:avLst/>
          </a:prstGeom>
          <a:noFill/>
        </p:spPr>
        <p:txBody>
          <a:bodyPr wrap="square" rtlCol="0">
            <a:spAutoFit/>
          </a:bodyPr>
          <a:lstStyle/>
          <a:p>
            <a:r>
              <a:rPr lang="en-US" sz="1200" dirty="0">
                <a:solidFill>
                  <a:schemeClr val="tx1"/>
                </a:solidFill>
              </a:rPr>
              <a:t>Material based on “The ethical algorithm”, by Kearns and Roth</a:t>
            </a:r>
          </a:p>
        </p:txBody>
      </p:sp>
      <p:grpSp>
        <p:nvGrpSpPr>
          <p:cNvPr id="15" name="Group 14">
            <a:extLst>
              <a:ext uri="{FF2B5EF4-FFF2-40B4-BE49-F238E27FC236}">
                <a16:creationId xmlns:a16="http://schemas.microsoft.com/office/drawing/2014/main" id="{2374931A-4FAB-4A12-D0F6-27B92AE9F3AC}"/>
              </a:ext>
            </a:extLst>
          </p:cNvPr>
          <p:cNvGrpSpPr/>
          <p:nvPr/>
        </p:nvGrpSpPr>
        <p:grpSpPr>
          <a:xfrm>
            <a:off x="4778038" y="2508810"/>
            <a:ext cx="4242671" cy="2376186"/>
            <a:chOff x="4778038" y="2508810"/>
            <a:chExt cx="4242671" cy="2376186"/>
          </a:xfrm>
        </p:grpSpPr>
        <p:sp>
          <p:nvSpPr>
            <p:cNvPr id="8" name="Oval 7">
              <a:extLst>
                <a:ext uri="{FF2B5EF4-FFF2-40B4-BE49-F238E27FC236}">
                  <a16:creationId xmlns:a16="http://schemas.microsoft.com/office/drawing/2014/main" id="{BBE117DC-C011-A306-C131-488DAB87A8D4}"/>
                </a:ext>
              </a:extLst>
            </p:cNvPr>
            <p:cNvSpPr/>
            <p:nvPr/>
          </p:nvSpPr>
          <p:spPr>
            <a:xfrm rot="827466">
              <a:off x="4778038" y="2508810"/>
              <a:ext cx="3476847" cy="21491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D0B08AE-FB27-0654-964C-04882439108C}"/>
                </a:ext>
              </a:extLst>
            </p:cNvPr>
            <p:cNvSpPr/>
            <p:nvPr/>
          </p:nvSpPr>
          <p:spPr>
            <a:xfrm>
              <a:off x="7028121" y="3732028"/>
              <a:ext cx="435935" cy="41467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F066992-4BB2-0F83-B909-22954E7FC2F8}"/>
                </a:ext>
              </a:extLst>
            </p:cNvPr>
            <p:cNvSpPr txBox="1"/>
            <p:nvPr/>
          </p:nvSpPr>
          <p:spPr>
            <a:xfrm>
              <a:off x="5284381" y="2860675"/>
              <a:ext cx="1648046" cy="646331"/>
            </a:xfrm>
            <a:prstGeom prst="rect">
              <a:avLst/>
            </a:prstGeom>
            <a:noFill/>
          </p:spPr>
          <p:txBody>
            <a:bodyPr wrap="square" rtlCol="0">
              <a:spAutoFit/>
            </a:bodyPr>
            <a:lstStyle/>
            <a:p>
              <a:pPr algn="ctr"/>
              <a:r>
                <a:rPr lang="en-US" sz="1800" dirty="0"/>
                <a:t>Movies I rated on Netflix</a:t>
              </a:r>
            </a:p>
          </p:txBody>
        </p:sp>
        <p:sp>
          <p:nvSpPr>
            <p:cNvPr id="11" name="TextBox 10">
              <a:extLst>
                <a:ext uri="{FF2B5EF4-FFF2-40B4-BE49-F238E27FC236}">
                  <a16:creationId xmlns:a16="http://schemas.microsoft.com/office/drawing/2014/main" id="{CADD9510-3F4D-82F0-D33B-154FE0061AFA}"/>
                </a:ext>
              </a:extLst>
            </p:cNvPr>
            <p:cNvSpPr txBox="1"/>
            <p:nvPr/>
          </p:nvSpPr>
          <p:spPr>
            <a:xfrm>
              <a:off x="7372663" y="4238665"/>
              <a:ext cx="1648046" cy="646331"/>
            </a:xfrm>
            <a:prstGeom prst="rect">
              <a:avLst/>
            </a:prstGeom>
            <a:noFill/>
          </p:spPr>
          <p:txBody>
            <a:bodyPr wrap="square" rtlCol="0">
              <a:spAutoFit/>
            </a:bodyPr>
            <a:lstStyle/>
            <a:p>
              <a:pPr algn="ctr"/>
              <a:r>
                <a:rPr lang="en-US" sz="1800" dirty="0">
                  <a:solidFill>
                    <a:schemeClr val="accent6">
                      <a:lumMod val="75000"/>
                    </a:schemeClr>
                  </a:solidFill>
                </a:rPr>
                <a:t>Movies I rated online</a:t>
              </a:r>
            </a:p>
          </p:txBody>
        </p:sp>
        <p:cxnSp>
          <p:nvCxnSpPr>
            <p:cNvPr id="13" name="Straight Arrow Connector 12">
              <a:extLst>
                <a:ext uri="{FF2B5EF4-FFF2-40B4-BE49-F238E27FC236}">
                  <a16:creationId xmlns:a16="http://schemas.microsoft.com/office/drawing/2014/main" id="{0A656FED-6131-3D63-8A69-99033CB59DBC}"/>
                </a:ext>
              </a:extLst>
            </p:cNvPr>
            <p:cNvCxnSpPr>
              <a:cxnSpLocks/>
              <a:endCxn id="9" idx="5"/>
            </p:cNvCxnSpPr>
            <p:nvPr/>
          </p:nvCxnSpPr>
          <p:spPr>
            <a:xfrm flipH="1" flipV="1">
              <a:off x="7400215" y="4085971"/>
              <a:ext cx="372185" cy="15269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sp>
        <p:nvSpPr>
          <p:cNvPr id="14" name="Title 1">
            <a:extLst>
              <a:ext uri="{FF2B5EF4-FFF2-40B4-BE49-F238E27FC236}">
                <a16:creationId xmlns:a16="http://schemas.microsoft.com/office/drawing/2014/main" id="{3F61CAEF-21C9-429D-AAE9-7975461638B4}"/>
              </a:ext>
            </a:extLst>
          </p:cNvPr>
          <p:cNvSpPr txBox="1">
            <a:spLocks/>
          </p:cNvSpPr>
          <p:nvPr/>
        </p:nvSpPr>
        <p:spPr bwMode="auto">
          <a:xfrm>
            <a:off x="311700" y="138309"/>
            <a:ext cx="8520600" cy="57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t" anchorCtr="0" compatLnSpc="1">
            <a:prstTxWarp prst="textNoShape">
              <a:avLst/>
            </a:prstTxWarp>
            <a:noAutofit/>
          </a:bodyPr>
          <a:lstStyle>
            <a:lvl1pPr lvl="0" algn="l" rtl="0" eaLnBrk="0" fontAlgn="base" hangingPunct="0">
              <a:spcBef>
                <a:spcPts val="0"/>
              </a:spcBef>
              <a:spcAft>
                <a:spcPts val="0"/>
              </a:spcAft>
              <a:buSzPts val="2800"/>
              <a:buNone/>
              <a:defRPr sz="3000" b="1">
                <a:solidFill>
                  <a:srgbClr val="002040"/>
                </a:solidFill>
                <a:latin typeface="+mj-lt"/>
                <a:ea typeface="+mj-ea"/>
                <a:cs typeface="Calibri" pitchFamily="34" charset="0"/>
              </a:defRPr>
            </a:lvl1pPr>
            <a:lvl2pPr lvl="1" algn="l" rtl="0" eaLnBrk="0" fontAlgn="base" hangingPunct="0">
              <a:spcBef>
                <a:spcPts val="0"/>
              </a:spcBef>
              <a:spcAft>
                <a:spcPts val="0"/>
              </a:spcAft>
              <a:buSzPts val="2800"/>
              <a:buNone/>
              <a:defRPr sz="2700" b="1">
                <a:solidFill>
                  <a:schemeClr val="tx1"/>
                </a:solidFill>
                <a:latin typeface="Calibri" pitchFamily="34" charset="0"/>
                <a:ea typeface="ヒラギノ角ゴ Pro W3" pitchFamily="-48" charset="-128"/>
                <a:cs typeface="Calibri" pitchFamily="34" charset="0"/>
              </a:defRPr>
            </a:lvl2pPr>
            <a:lvl3pPr lvl="2" algn="l" rtl="0" eaLnBrk="0" fontAlgn="base" hangingPunct="0">
              <a:spcBef>
                <a:spcPts val="0"/>
              </a:spcBef>
              <a:spcAft>
                <a:spcPts val="0"/>
              </a:spcAft>
              <a:buSzPts val="2800"/>
              <a:buNone/>
              <a:defRPr sz="2700" b="1">
                <a:solidFill>
                  <a:schemeClr val="tx1"/>
                </a:solidFill>
                <a:latin typeface="Calibri" pitchFamily="34" charset="0"/>
                <a:ea typeface="ヒラギノ角ゴ Pro W3" pitchFamily="-48" charset="-128"/>
                <a:cs typeface="Calibri" pitchFamily="34" charset="0"/>
              </a:defRPr>
            </a:lvl3pPr>
            <a:lvl4pPr lvl="3" algn="l" rtl="0" eaLnBrk="0" fontAlgn="base" hangingPunct="0">
              <a:spcBef>
                <a:spcPts val="0"/>
              </a:spcBef>
              <a:spcAft>
                <a:spcPts val="0"/>
              </a:spcAft>
              <a:buSzPts val="2800"/>
              <a:buNone/>
              <a:defRPr sz="2700" b="1">
                <a:solidFill>
                  <a:schemeClr val="tx1"/>
                </a:solidFill>
                <a:latin typeface="Calibri" pitchFamily="34" charset="0"/>
                <a:ea typeface="ヒラギノ角ゴ Pro W3" pitchFamily="-48" charset="-128"/>
                <a:cs typeface="Calibri" pitchFamily="34" charset="0"/>
              </a:defRPr>
            </a:lvl4pPr>
            <a:lvl5pPr lvl="4" algn="l" rtl="0" eaLnBrk="0" fontAlgn="base" hangingPunct="0">
              <a:spcBef>
                <a:spcPts val="0"/>
              </a:spcBef>
              <a:spcAft>
                <a:spcPts val="0"/>
              </a:spcAft>
              <a:buSzPts val="2800"/>
              <a:buNone/>
              <a:defRPr sz="2700" b="1">
                <a:solidFill>
                  <a:schemeClr val="tx1"/>
                </a:solidFill>
                <a:latin typeface="Calibri" pitchFamily="34" charset="0"/>
                <a:ea typeface="ヒラギノ角ゴ Pro W3" pitchFamily="-48" charset="-128"/>
                <a:cs typeface="Calibri" pitchFamily="34" charset="0"/>
              </a:defRPr>
            </a:lvl5pPr>
            <a:lvl6pPr marL="342900" lvl="5" algn="l" rtl="0" fontAlgn="base">
              <a:spcBef>
                <a:spcPts val="0"/>
              </a:spcBef>
              <a:spcAft>
                <a:spcPts val="0"/>
              </a:spcAft>
              <a:buSzPts val="2800"/>
              <a:buNone/>
              <a:defRPr sz="2700" b="1">
                <a:solidFill>
                  <a:schemeClr val="tx1"/>
                </a:solidFill>
                <a:latin typeface="Arial" charset="0"/>
                <a:ea typeface="ヒラギノ角ゴ Pro W3" pitchFamily="-48" charset="-128"/>
              </a:defRPr>
            </a:lvl6pPr>
            <a:lvl7pPr marL="685800" lvl="6" algn="l" rtl="0" fontAlgn="base">
              <a:spcBef>
                <a:spcPts val="0"/>
              </a:spcBef>
              <a:spcAft>
                <a:spcPts val="0"/>
              </a:spcAft>
              <a:buSzPts val="2800"/>
              <a:buNone/>
              <a:defRPr sz="2700" b="1">
                <a:solidFill>
                  <a:schemeClr val="tx1"/>
                </a:solidFill>
                <a:latin typeface="Arial" charset="0"/>
                <a:ea typeface="ヒラギノ角ゴ Pro W3" pitchFamily="-48" charset="-128"/>
              </a:defRPr>
            </a:lvl7pPr>
            <a:lvl8pPr marL="1028700" lvl="7" algn="l" rtl="0" fontAlgn="base">
              <a:spcBef>
                <a:spcPts val="0"/>
              </a:spcBef>
              <a:spcAft>
                <a:spcPts val="0"/>
              </a:spcAft>
              <a:buSzPts val="2800"/>
              <a:buNone/>
              <a:defRPr sz="2700" b="1">
                <a:solidFill>
                  <a:schemeClr val="tx1"/>
                </a:solidFill>
                <a:latin typeface="Arial" charset="0"/>
                <a:ea typeface="ヒラギノ角ゴ Pro W3" pitchFamily="-48" charset="-128"/>
              </a:defRPr>
            </a:lvl8pPr>
            <a:lvl9pPr marL="1371600" lvl="8" algn="l" rtl="0" fontAlgn="base">
              <a:spcBef>
                <a:spcPts val="0"/>
              </a:spcBef>
              <a:spcAft>
                <a:spcPts val="0"/>
              </a:spcAft>
              <a:buSzPts val="2800"/>
              <a:buNone/>
              <a:defRPr sz="2700" b="1">
                <a:solidFill>
                  <a:schemeClr val="tx1"/>
                </a:solidFill>
                <a:latin typeface="Arial" charset="0"/>
                <a:ea typeface="ヒラギノ角ゴ Pro W3" pitchFamily="-48" charset="-128"/>
              </a:defRPr>
            </a:lvl9pPr>
          </a:lstStyle>
          <a:p>
            <a:r>
              <a:rPr lang="en-US" kern="0"/>
              <a:t>Breaking anonymized datasets</a:t>
            </a:r>
            <a:endParaRPr lang="en-US" kern="0" dirty="0"/>
          </a:p>
        </p:txBody>
      </p:sp>
    </p:spTree>
    <p:extLst>
      <p:ext uri="{BB962C8B-B14F-4D97-AF65-F5344CB8AC3E}">
        <p14:creationId xmlns:p14="http://schemas.microsoft.com/office/powerpoint/2010/main" val="392717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6F014CA-6B3C-4CAE-9D0A-3713E0E2C947}"/>
              </a:ext>
            </a:extLst>
          </p:cNvPr>
          <p:cNvSpPr>
            <a:spLocks noGrp="1" noChangeArrowheads="1"/>
          </p:cNvSpPr>
          <p:nvPr>
            <p:ph type="title"/>
          </p:nvPr>
        </p:nvSpPr>
        <p:spPr/>
        <p:txBody>
          <a:bodyPr/>
          <a:lstStyle/>
          <a:p>
            <a:pPr eaLnBrk="1" hangingPunct="1"/>
            <a:r>
              <a:rPr lang="en-US" altLang="en-US"/>
              <a:t>Data Mining</a:t>
            </a:r>
          </a:p>
        </p:txBody>
      </p:sp>
      <p:sp>
        <p:nvSpPr>
          <p:cNvPr id="14339" name="Rectangle 3">
            <a:extLst>
              <a:ext uri="{FF2B5EF4-FFF2-40B4-BE49-F238E27FC236}">
                <a16:creationId xmlns:a16="http://schemas.microsoft.com/office/drawing/2014/main" id="{5AC501CA-8596-466D-A6B9-C1EE75582437}"/>
              </a:ext>
            </a:extLst>
          </p:cNvPr>
          <p:cNvSpPr>
            <a:spLocks noGrp="1" noChangeArrowheads="1"/>
          </p:cNvSpPr>
          <p:nvPr>
            <p:ph type="body" idx="1"/>
          </p:nvPr>
        </p:nvSpPr>
        <p:spPr>
          <a:xfrm>
            <a:off x="457200" y="971550"/>
            <a:ext cx="8305800" cy="4114800"/>
          </a:xfrm>
        </p:spPr>
        <p:txBody>
          <a:bodyPr>
            <a:normAutofit/>
          </a:bodyPr>
          <a:lstStyle/>
          <a:p>
            <a:pPr eaLnBrk="1" hangingPunct="1">
              <a:lnSpc>
                <a:spcPct val="90000"/>
              </a:lnSpc>
              <a:buFont typeface="Times" pitchFamily="-48" charset="0"/>
              <a:buChar char="•"/>
              <a:defRPr/>
            </a:pPr>
            <a:r>
              <a:rPr lang="en-US" sz="1800" dirty="0"/>
              <a:t>Data mining</a:t>
            </a:r>
          </a:p>
          <a:p>
            <a:pPr lvl="1" eaLnBrk="1" hangingPunct="1">
              <a:lnSpc>
                <a:spcPct val="90000"/>
              </a:lnSpc>
              <a:defRPr/>
            </a:pPr>
            <a:r>
              <a:rPr lang="en-US" sz="1400" dirty="0"/>
              <a:t>Searching for patterns or relationships in one or more databases</a:t>
            </a:r>
          </a:p>
          <a:p>
            <a:pPr lvl="1" eaLnBrk="1" hangingPunct="1">
              <a:lnSpc>
                <a:spcPct val="90000"/>
              </a:lnSpc>
              <a:defRPr/>
            </a:pPr>
            <a:r>
              <a:rPr lang="en-US" sz="1400" dirty="0"/>
              <a:t>This info typically provided by the customer for another purpose</a:t>
            </a:r>
          </a:p>
          <a:p>
            <a:pPr eaLnBrk="1" hangingPunct="1">
              <a:lnSpc>
                <a:spcPct val="90000"/>
              </a:lnSpc>
              <a:buFont typeface="Times" pitchFamily="-48" charset="0"/>
              <a:buChar char="•"/>
              <a:defRPr/>
            </a:pPr>
            <a:r>
              <a:rPr lang="en-US" sz="1800" dirty="0"/>
              <a:t>Many internet services provided as an opportunity to gather valuable data</a:t>
            </a:r>
          </a:p>
          <a:p>
            <a:pPr lvl="1" eaLnBrk="1" hangingPunct="1">
              <a:lnSpc>
                <a:spcPct val="90000"/>
              </a:lnSpc>
              <a:defRPr/>
            </a:pPr>
            <a:r>
              <a:rPr lang="en-US" sz="1400" dirty="0"/>
              <a:t>Google; Facebook; free online courses</a:t>
            </a:r>
          </a:p>
          <a:p>
            <a:pPr eaLnBrk="1" hangingPunct="1">
              <a:lnSpc>
                <a:spcPct val="90000"/>
              </a:lnSpc>
              <a:buFont typeface="Times" pitchFamily="-48" charset="0"/>
              <a:buChar char="•"/>
              <a:defRPr/>
            </a:pPr>
            <a:r>
              <a:rPr lang="en-US" sz="1800" dirty="0"/>
              <a:t>Also performed by the government</a:t>
            </a:r>
          </a:p>
          <a:p>
            <a:pPr lvl="1" eaLnBrk="1" hangingPunct="1">
              <a:lnSpc>
                <a:spcPct val="90000"/>
              </a:lnSpc>
              <a:defRPr/>
            </a:pPr>
            <a:r>
              <a:rPr lang="en-US" sz="1400" dirty="0"/>
              <a:t>Efforts to detect terrorism via phone, bank, travel records</a:t>
            </a:r>
          </a:p>
          <a:p>
            <a:pPr lvl="1" eaLnBrk="1" hangingPunct="1">
              <a:lnSpc>
                <a:spcPct val="90000"/>
              </a:lnSpc>
              <a:defRPr/>
            </a:pPr>
            <a:r>
              <a:rPr lang="en-US" sz="1400" dirty="0"/>
              <a:t>Tax audits</a:t>
            </a:r>
          </a:p>
          <a:p>
            <a:pPr eaLnBrk="1" hangingPunct="1">
              <a:lnSpc>
                <a:spcPct val="90000"/>
              </a:lnSpc>
              <a:buFont typeface="Times" pitchFamily="-48" charset="0"/>
              <a:buChar char="•"/>
              <a:defRPr/>
            </a:pPr>
            <a:r>
              <a:rPr lang="en-US" sz="1800" i="1" dirty="0"/>
              <a:t>Questions:</a:t>
            </a:r>
          </a:p>
          <a:p>
            <a:pPr lvl="1" eaLnBrk="1" hangingPunct="1">
              <a:lnSpc>
                <a:spcPct val="90000"/>
              </a:lnSpc>
              <a:defRPr/>
            </a:pPr>
            <a:r>
              <a:rPr lang="en-US" sz="1400" i="1" dirty="0"/>
              <a:t>Ownership: do you have any rights over info about transactions in which you participated?</a:t>
            </a:r>
          </a:p>
          <a:p>
            <a:pPr lvl="1" eaLnBrk="1" hangingPunct="1">
              <a:lnSpc>
                <a:spcPct val="90000"/>
              </a:lnSpc>
              <a:defRPr/>
            </a:pPr>
            <a:r>
              <a:rPr lang="en-US" sz="1400" i="1" dirty="0"/>
              <a:t>Ethics: what data mining activities are unethical? Which are ethical?</a:t>
            </a:r>
          </a:p>
          <a:p>
            <a:pPr lvl="1" eaLnBrk="1" hangingPunct="1">
              <a:lnSpc>
                <a:spcPct val="90000"/>
              </a:lnSpc>
              <a:defRPr/>
            </a:pPr>
            <a:r>
              <a:rPr lang="en-CA" sz="1400" i="1" dirty="0"/>
              <a:t>Does it make a difference whether DM is opt-in or opt-out?</a:t>
            </a:r>
          </a:p>
          <a:p>
            <a:pPr lvl="1" eaLnBrk="1" hangingPunct="1">
              <a:lnSpc>
                <a:spcPct val="90000"/>
              </a:lnSpc>
              <a:defRPr/>
            </a:pPr>
            <a:r>
              <a:rPr lang="en-CA" sz="1400" i="1" dirty="0"/>
              <a:t>At what point does DM become “creepy”?</a:t>
            </a:r>
            <a:endParaRPr lang="en-US" sz="1400" i="1" dirty="0"/>
          </a:p>
          <a:p>
            <a:pPr lvl="1" eaLnBrk="1" hangingPunct="1">
              <a:lnSpc>
                <a:spcPct val="90000"/>
              </a:lnSpc>
              <a:defRPr/>
            </a:pPr>
            <a:r>
              <a:rPr lang="en-US" sz="1400" i="1" dirty="0"/>
              <a:t>Should we worry about ending up in a “personalization bubble”?</a:t>
            </a:r>
          </a:p>
          <a:p>
            <a:pPr lvl="1" eaLnBrk="1" hangingPunct="1">
              <a:lnSpc>
                <a:spcPct val="90000"/>
              </a:lnSpc>
              <a:defRPr/>
            </a:pPr>
            <a:endParaRPr lang="en-US" sz="140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3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33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33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33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33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339">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33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339">
                                            <p:txEl>
                                              <p:pRg st="9" end="9"/>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39">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339">
                                            <p:txEl>
                                              <p:pRg st="11" end="11"/>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339">
                                            <p:txEl>
                                              <p:pRg st="12" end="12"/>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33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81A3-4FEC-4802-B654-8BB7BD649505}"/>
              </a:ext>
            </a:extLst>
          </p:cNvPr>
          <p:cNvSpPr>
            <a:spLocks noGrp="1"/>
          </p:cNvSpPr>
          <p:nvPr>
            <p:ph type="title"/>
          </p:nvPr>
        </p:nvSpPr>
        <p:spPr/>
        <p:txBody>
          <a:bodyPr/>
          <a:lstStyle/>
          <a:p>
            <a:r>
              <a:rPr lang="en-CA" dirty="0"/>
              <a:t>Targeting pregnant customers</a:t>
            </a:r>
          </a:p>
        </p:txBody>
      </p:sp>
      <p:pic>
        <p:nvPicPr>
          <p:cNvPr id="5" name="Content Placeholder 4">
            <a:extLst>
              <a:ext uri="{FF2B5EF4-FFF2-40B4-BE49-F238E27FC236}">
                <a16:creationId xmlns:a16="http://schemas.microsoft.com/office/drawing/2014/main" id="{A10CEA5B-B829-48D3-A3F2-B006DFAB0405}"/>
              </a:ext>
            </a:extLst>
          </p:cNvPr>
          <p:cNvPicPr>
            <a:picLocks noGrp="1" noChangeAspect="1"/>
          </p:cNvPicPr>
          <p:nvPr>
            <p:ph idx="1"/>
          </p:nvPr>
        </p:nvPicPr>
        <p:blipFill>
          <a:blip r:embed="rId2"/>
          <a:stretch>
            <a:fillRect/>
          </a:stretch>
        </p:blipFill>
        <p:spPr>
          <a:xfrm>
            <a:off x="770272" y="971550"/>
            <a:ext cx="7603456" cy="1371603"/>
          </a:xfrm>
        </p:spPr>
      </p:pic>
      <p:sp>
        <p:nvSpPr>
          <p:cNvPr id="6" name="TextBox 5">
            <a:extLst>
              <a:ext uri="{FF2B5EF4-FFF2-40B4-BE49-F238E27FC236}">
                <a16:creationId xmlns:a16="http://schemas.microsoft.com/office/drawing/2014/main" id="{24D1856F-5AAB-4C43-A282-404F805B30BB}"/>
              </a:ext>
            </a:extLst>
          </p:cNvPr>
          <p:cNvSpPr txBox="1"/>
          <p:nvPr/>
        </p:nvSpPr>
        <p:spPr>
          <a:xfrm>
            <a:off x="838200" y="2419350"/>
            <a:ext cx="7696200" cy="246221"/>
          </a:xfrm>
          <a:prstGeom prst="rect">
            <a:avLst/>
          </a:prstGeom>
          <a:noFill/>
        </p:spPr>
        <p:txBody>
          <a:bodyPr wrap="square" rtlCol="0">
            <a:spAutoFit/>
          </a:bodyPr>
          <a:lstStyle/>
          <a:p>
            <a:r>
              <a:rPr lang="en-CA" sz="1000" b="0" dirty="0">
                <a:hlinkClick r:id="rId3"/>
              </a:rPr>
              <a:t>https://www.forbes.com/sites/kashmirhill/2012/02/16/how-target-figured-out-a-teen-girl-was-pregnant-before-her-father-did/</a:t>
            </a:r>
            <a:r>
              <a:rPr lang="en-CA" sz="1000" b="0" dirty="0"/>
              <a:t> </a:t>
            </a:r>
          </a:p>
        </p:txBody>
      </p:sp>
      <p:sp>
        <p:nvSpPr>
          <p:cNvPr id="7" name="TextBox 6">
            <a:extLst>
              <a:ext uri="{FF2B5EF4-FFF2-40B4-BE49-F238E27FC236}">
                <a16:creationId xmlns:a16="http://schemas.microsoft.com/office/drawing/2014/main" id="{482BAE4E-4FBF-4B9E-829F-E19E9ED88DC0}"/>
              </a:ext>
            </a:extLst>
          </p:cNvPr>
          <p:cNvSpPr txBox="1"/>
          <p:nvPr/>
        </p:nvSpPr>
        <p:spPr>
          <a:xfrm>
            <a:off x="609600" y="2800350"/>
            <a:ext cx="7924800" cy="646331"/>
          </a:xfrm>
          <a:prstGeom prst="rect">
            <a:avLst/>
          </a:prstGeom>
          <a:noFill/>
        </p:spPr>
        <p:txBody>
          <a:bodyPr wrap="square" rtlCol="0">
            <a:spAutoFit/>
          </a:bodyPr>
          <a:lstStyle/>
          <a:p>
            <a:pPr marL="285750" indent="-285750">
              <a:buFont typeface="Arial" panose="020B0604020202020204" pitchFamily="34" charset="0"/>
              <a:buChar char="•"/>
            </a:pPr>
            <a:r>
              <a:rPr lang="en-CA" b="0" dirty="0">
                <a:latin typeface="+mn-lt"/>
              </a:rPr>
              <a:t>Did Target act unethically?</a:t>
            </a:r>
          </a:p>
          <a:p>
            <a:pPr marL="285750" indent="-285750">
              <a:buFont typeface="Arial" panose="020B0604020202020204" pitchFamily="34" charset="0"/>
              <a:buChar char="•"/>
            </a:pPr>
            <a:r>
              <a:rPr lang="en-CA" b="0" dirty="0">
                <a:latin typeface="+mn-lt"/>
              </a:rPr>
              <a:t>Would your answer change if they were more explicit in their advertising?</a:t>
            </a:r>
          </a:p>
        </p:txBody>
      </p:sp>
    </p:spTree>
    <p:extLst>
      <p:ext uri="{BB962C8B-B14F-4D97-AF65-F5344CB8AC3E}">
        <p14:creationId xmlns:p14="http://schemas.microsoft.com/office/powerpoint/2010/main" val="2147631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19EEE-2B14-4C81-8896-81B4C9AC2C60}"/>
              </a:ext>
            </a:extLst>
          </p:cNvPr>
          <p:cNvSpPr>
            <a:spLocks noGrp="1"/>
          </p:cNvSpPr>
          <p:nvPr>
            <p:ph type="title"/>
          </p:nvPr>
        </p:nvSpPr>
        <p:spPr/>
        <p:txBody>
          <a:bodyPr/>
          <a:lstStyle/>
          <a:p>
            <a:r>
              <a:rPr lang="en-CA" dirty="0"/>
              <a:t>LLMs training data extraction attack</a:t>
            </a:r>
          </a:p>
        </p:txBody>
      </p:sp>
      <p:sp>
        <p:nvSpPr>
          <p:cNvPr id="3" name="Content Placeholder 2">
            <a:extLst>
              <a:ext uri="{FF2B5EF4-FFF2-40B4-BE49-F238E27FC236}">
                <a16:creationId xmlns:a16="http://schemas.microsoft.com/office/drawing/2014/main" id="{0AED9954-4D46-47F3-8803-79ACBF6934D1}"/>
              </a:ext>
            </a:extLst>
          </p:cNvPr>
          <p:cNvSpPr>
            <a:spLocks noGrp="1"/>
          </p:cNvSpPr>
          <p:nvPr>
            <p:ph idx="1"/>
          </p:nvPr>
        </p:nvSpPr>
        <p:spPr>
          <a:xfrm>
            <a:off x="457200" y="819150"/>
            <a:ext cx="8305800" cy="4000500"/>
          </a:xfrm>
        </p:spPr>
        <p:txBody>
          <a:bodyPr/>
          <a:lstStyle/>
          <a:p>
            <a:r>
              <a:rPr lang="en-CA" sz="2000" dirty="0"/>
              <a:t>LLMs are trained to generate text from hundreds of billions or trillions of tokens, largely collected from the internet</a:t>
            </a:r>
          </a:p>
          <a:p>
            <a:r>
              <a:rPr lang="en-CA" sz="2000" dirty="0"/>
              <a:t>LLMs then have to be fine tuned to provide helpful and safe responses</a:t>
            </a:r>
          </a:p>
          <a:p>
            <a:pPr lvl="1"/>
            <a:r>
              <a:rPr lang="en-CA" sz="1600" dirty="0"/>
              <a:t>Supervised Fine Tuning</a:t>
            </a:r>
          </a:p>
          <a:p>
            <a:pPr lvl="1"/>
            <a:r>
              <a:rPr lang="en-US" sz="1600" dirty="0"/>
              <a:t>Reinforcement Learning from Human Feedback</a:t>
            </a:r>
            <a:endParaRPr lang="en-CA" sz="1600" dirty="0"/>
          </a:p>
          <a:p>
            <a:r>
              <a:rPr lang="en-CA" sz="2000" dirty="0"/>
              <a:t>The information is not so much removed as it is hidden</a:t>
            </a:r>
          </a:p>
          <a:p>
            <a:r>
              <a:rPr lang="en-US" sz="2000" dirty="0"/>
              <a:t>When a model is pushed outside its normal conversational boundaries, it may revert to raw text completion</a:t>
            </a:r>
          </a:p>
          <a:p>
            <a:pPr lvl="1"/>
            <a:r>
              <a:rPr lang="en-CA" sz="1600"/>
              <a:t>Token </a:t>
            </a:r>
            <a:r>
              <a:rPr lang="en-CA" sz="1600" dirty="0"/>
              <a:t>Repetition</a:t>
            </a:r>
          </a:p>
          <a:p>
            <a:pPr lvl="1"/>
            <a:r>
              <a:rPr lang="en-CA" sz="1600" dirty="0"/>
              <a:t>True-Prefix Prompting</a:t>
            </a:r>
          </a:p>
          <a:p>
            <a:pPr lvl="1"/>
            <a:r>
              <a:rPr lang="en-CA" sz="1600" dirty="0"/>
              <a:t>Special Characters Attacks (SCA)</a:t>
            </a:r>
          </a:p>
        </p:txBody>
      </p:sp>
      <p:sp>
        <p:nvSpPr>
          <p:cNvPr id="4" name="TextBox 3">
            <a:extLst>
              <a:ext uri="{FF2B5EF4-FFF2-40B4-BE49-F238E27FC236}">
                <a16:creationId xmlns:a16="http://schemas.microsoft.com/office/drawing/2014/main" id="{3CB8AA5B-7B72-4BAB-BC1D-EB8ADB039415}"/>
              </a:ext>
            </a:extLst>
          </p:cNvPr>
          <p:cNvSpPr txBox="1"/>
          <p:nvPr/>
        </p:nvSpPr>
        <p:spPr>
          <a:xfrm>
            <a:off x="6515637" y="4819650"/>
            <a:ext cx="2590800" cy="276999"/>
          </a:xfrm>
          <a:prstGeom prst="rect">
            <a:avLst/>
          </a:prstGeom>
          <a:noFill/>
        </p:spPr>
        <p:txBody>
          <a:bodyPr wrap="square" rtlCol="0">
            <a:spAutoFit/>
          </a:bodyPr>
          <a:lstStyle/>
          <a:p>
            <a:pPr algn="r"/>
            <a:r>
              <a:rPr lang="en-CA" sz="1200" b="0" dirty="0">
                <a:hlinkClick r:id="rId3"/>
              </a:rPr>
              <a:t>https://arxiv.org/abs/2012.07805</a:t>
            </a:r>
            <a:r>
              <a:rPr lang="en-CA" sz="1200" b="0" dirty="0"/>
              <a:t> </a:t>
            </a:r>
          </a:p>
        </p:txBody>
      </p:sp>
    </p:spTree>
    <p:extLst>
      <p:ext uri="{BB962C8B-B14F-4D97-AF65-F5344CB8AC3E}">
        <p14:creationId xmlns:p14="http://schemas.microsoft.com/office/powerpoint/2010/main" val="2521042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Information Privacy</a:t>
            </a:r>
          </a:p>
        </p:txBody>
      </p:sp>
      <p:sp>
        <p:nvSpPr>
          <p:cNvPr id="3" name="Content Placeholder 2"/>
          <p:cNvSpPr>
            <a:spLocks noGrp="1"/>
          </p:cNvSpPr>
          <p:nvPr>
            <p:ph idx="1"/>
          </p:nvPr>
        </p:nvSpPr>
        <p:spPr/>
        <p:txBody>
          <a:bodyPr>
            <a:normAutofit/>
          </a:bodyPr>
          <a:lstStyle/>
          <a:p>
            <a:pPr marL="0" indent="0" algn="ctr">
              <a:buNone/>
            </a:pPr>
            <a:endParaRPr lang="en-CA" sz="700" dirty="0"/>
          </a:p>
          <a:p>
            <a:pPr marL="0" indent="0" algn="ctr">
              <a:buNone/>
            </a:pPr>
            <a:r>
              <a:rPr lang="en-CA" sz="2400" dirty="0"/>
              <a:t>“</a:t>
            </a:r>
            <a:r>
              <a:rPr lang="en-US" sz="2400" dirty="0"/>
              <a:t>It should be illegal for shopping malls to install cameras for tracking customer behavior</a:t>
            </a:r>
            <a:r>
              <a:rPr lang="en-CA" sz="2400" dirty="0"/>
              <a:t>.”</a:t>
            </a:r>
          </a:p>
        </p:txBody>
      </p:sp>
      <p:pic>
        <p:nvPicPr>
          <p:cNvPr id="8" name="Picture 7">
            <a:extLst>
              <a:ext uri="{FF2B5EF4-FFF2-40B4-BE49-F238E27FC236}">
                <a16:creationId xmlns:a16="http://schemas.microsoft.com/office/drawing/2014/main" id="{667E8B23-8D3C-49E5-B7B8-7BA1ADD6884E}"/>
              </a:ext>
            </a:extLst>
          </p:cNvPr>
          <p:cNvPicPr>
            <a:picLocks noChangeAspect="1"/>
          </p:cNvPicPr>
          <p:nvPr/>
        </p:nvPicPr>
        <p:blipFill>
          <a:blip r:embed="rId2"/>
          <a:stretch>
            <a:fillRect/>
          </a:stretch>
        </p:blipFill>
        <p:spPr>
          <a:xfrm>
            <a:off x="2306299" y="2190750"/>
            <a:ext cx="4531402" cy="2628906"/>
          </a:xfrm>
          <a:prstGeom prst="rect">
            <a:avLst/>
          </a:prstGeom>
        </p:spPr>
      </p:pic>
      <p:sp>
        <p:nvSpPr>
          <p:cNvPr id="9" name="TextBox 8">
            <a:extLst>
              <a:ext uri="{FF2B5EF4-FFF2-40B4-BE49-F238E27FC236}">
                <a16:creationId xmlns:a16="http://schemas.microsoft.com/office/drawing/2014/main" id="{D871A3DC-2A63-46A4-B7C2-4D01E04E62D7}"/>
              </a:ext>
            </a:extLst>
          </p:cNvPr>
          <p:cNvSpPr txBox="1"/>
          <p:nvPr/>
        </p:nvSpPr>
        <p:spPr>
          <a:xfrm>
            <a:off x="2628900" y="4769854"/>
            <a:ext cx="3886200" cy="338554"/>
          </a:xfrm>
          <a:prstGeom prst="rect">
            <a:avLst/>
          </a:prstGeom>
          <a:noFill/>
        </p:spPr>
        <p:txBody>
          <a:bodyPr wrap="square" rtlCol="0">
            <a:spAutoFit/>
          </a:bodyPr>
          <a:lstStyle/>
          <a:p>
            <a:pPr algn="ctr"/>
            <a:r>
              <a:rPr lang="en-CA" sz="1600" b="0" dirty="0"/>
              <a:t>Results of first voting</a:t>
            </a:r>
          </a:p>
        </p:txBody>
      </p:sp>
    </p:spTree>
    <p:extLst>
      <p:ext uri="{BB962C8B-B14F-4D97-AF65-F5344CB8AC3E}">
        <p14:creationId xmlns:p14="http://schemas.microsoft.com/office/powerpoint/2010/main" val="715345373"/>
      </p:ext>
    </p:extLst>
  </p:cSld>
  <p:clrMapOvr>
    <a:masterClrMapping/>
  </p:clrMapOvr>
</p:sld>
</file>

<file path=ppt/theme/theme1.xml><?xml version="1.0" encoding="utf-8"?>
<a:theme xmlns:a="http://schemas.openxmlformats.org/drawingml/2006/main" name="ch01">
  <a:themeElements>
    <a:clrScheme name="ch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elveticaNeueLT">
      <a:majorFont>
        <a:latin typeface="HelveticaNeueLT Com 65 Md"/>
        <a:ea typeface=""/>
        <a:cs typeface=""/>
      </a:majorFont>
      <a:minorFont>
        <a:latin typeface="HelveticaNeueLT Com 55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ヒラギノ角ゴ Pro W3" pitchFamily="-48"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ヒラギノ角ゴ Pro W3" pitchFamily="-48" charset="-128"/>
          </a:defRPr>
        </a:defPPr>
      </a:lstStyle>
    </a:lnDef>
  </a:objectDefaults>
  <a:extraClrSchemeLst>
    <a:extraClrScheme>
      <a:clrScheme name="ch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0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0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0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0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HD:Users:stephanielindsey:Documents:AW-QUINN_Ethics CS PPT:ch01.pot</Template>
  <TotalTime>2976</TotalTime>
  <Words>1058</Words>
  <Application>Microsoft Office PowerPoint</Application>
  <PresentationFormat>On-screen Show (16:9)</PresentationFormat>
  <Paragraphs>154</Paragraphs>
  <Slides>13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HelveticaNeueLT Com 35 Th</vt:lpstr>
      <vt:lpstr>HelveticaNeueLT Com 45 Lt</vt:lpstr>
      <vt:lpstr>HelveticaNeueLT Com 55 Roman</vt:lpstr>
      <vt:lpstr>HelveticaNeueLT Com 65 Md</vt:lpstr>
      <vt:lpstr>Times</vt:lpstr>
      <vt:lpstr>Wingdings</vt:lpstr>
      <vt:lpstr>ch01</vt:lpstr>
      <vt:lpstr>Privacy  Lecture 5</vt:lpstr>
      <vt:lpstr>Getting Started with Privacy</vt:lpstr>
      <vt:lpstr>Defining Privacy</vt:lpstr>
      <vt:lpstr>Benefits and Harms</vt:lpstr>
      <vt:lpstr>Is There a Natural Right to Privacy?</vt:lpstr>
      <vt:lpstr>Privacy and Trust</vt:lpstr>
      <vt:lpstr>Ways Information Becomes Public</vt:lpstr>
      <vt:lpstr>Breaking anonymized datasets</vt:lpstr>
      <vt:lpstr>PowerPoint Presentation</vt:lpstr>
      <vt:lpstr>Data Mining</vt:lpstr>
      <vt:lpstr>Targeting pregnant customers</vt:lpstr>
      <vt:lpstr>LLMs training data extraction attack</vt:lpstr>
      <vt:lpstr>Information Privacy</vt:lpstr>
    </vt:vector>
  </TitlesOfParts>
  <Company>UBC</Company>
  <LinksUpToDate>false</LinksUpToDate>
  <SharedDoc>false</SharedDoc>
  <HyperlinkBase>https://www.cs.ubc.ca/~kevinlb/teaching/cs430</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dc:title>
  <dc:subject/>
  <dc:creator>Kevin Leyton-Brown</dc:creator>
  <cp:lastModifiedBy>Toti, Giulia</cp:lastModifiedBy>
  <cp:revision>199</cp:revision>
  <dcterms:created xsi:type="dcterms:W3CDTF">2004-07-01T03:12:43Z</dcterms:created>
  <dcterms:modified xsi:type="dcterms:W3CDTF">2026-07-20T20:08:54Z</dcterms:modified>
</cp:coreProperties>
</file>